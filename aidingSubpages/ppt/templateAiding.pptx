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3" r:id="rId2"/>
    <p:sldMasterId id="2147483655" r:id="rId3"/>
  </p:sldMasterIdLst>
  <p:notesMasterIdLst>
    <p:notesMasterId r:id="rId16"/>
  </p:notesMasterIdLst>
  <p:handoutMasterIdLst>
    <p:handoutMasterId r:id="rId17"/>
  </p:handoutMasterIdLst>
  <p:sldIdLst>
    <p:sldId id="1221" r:id="rId4"/>
    <p:sldId id="1222" r:id="rId5"/>
    <p:sldId id="1524" r:id="rId6"/>
    <p:sldId id="1532" r:id="rId7"/>
    <p:sldId id="1526" r:id="rId8"/>
    <p:sldId id="1533" r:id="rId9"/>
    <p:sldId id="1527" r:id="rId10"/>
    <p:sldId id="1531" r:id="rId11"/>
    <p:sldId id="1528" r:id="rId12"/>
    <p:sldId id="1534" r:id="rId13"/>
    <p:sldId id="1530" r:id="rId14"/>
    <p:sldId id="1484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B2"/>
    <a:srgbClr val="E29544"/>
    <a:srgbClr val="00449A"/>
    <a:srgbClr val="003A8F"/>
    <a:srgbClr val="73D2E8"/>
    <a:srgbClr val="61C09E"/>
    <a:srgbClr val="C1D9DF"/>
    <a:srgbClr val="FCF5ED"/>
    <a:srgbClr val="E38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8" autoAdjust="0"/>
    <p:restoredTop sz="84295" autoAdjust="0"/>
  </p:normalViewPr>
  <p:slideViewPr>
    <p:cSldViewPr snapToGrid="0" snapToObjects="1">
      <p:cViewPr varScale="1">
        <p:scale>
          <a:sx n="72" d="100"/>
          <a:sy n="7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>
      <p:cViewPr varScale="1">
        <p:scale>
          <a:sx n="172" d="100"/>
          <a:sy n="172" d="100"/>
        </p:scale>
        <p:origin x="226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7705E-39B1-9745-BFB1-E2AFB77B681B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5FF3E-1ADD-BE4F-9ED2-20CB81AE97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2026/3/1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2" y="223935"/>
            <a:ext cx="727787" cy="65236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88900" sx="102000" sy="102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832562" y="223935"/>
            <a:ext cx="4826259" cy="652366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1">
                    <a:lumMod val="75000"/>
                  </a:schemeClr>
                </a:solidFill>
                <a:effectLst>
                  <a:outerShdw blurRad="88900" sx="102000" sy="102000" algn="ctr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段文字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/>
        </p:nvSpPr>
        <p:spPr>
          <a:xfrm>
            <a:off x="1" y="0"/>
            <a:ext cx="7341414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 dirty="0">
              <a:solidFill>
                <a:srgbClr val="0064B8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20970" y="168759"/>
            <a:ext cx="192878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3444" y="48077"/>
            <a:ext cx="6911060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3841505" y="6415684"/>
            <a:ext cx="1556972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1200" b="1" spc="300" dirty="0">
                <a:solidFill>
                  <a:schemeClr val="tx2"/>
                </a:solidFill>
                <a:latin typeface="+mj-ea"/>
                <a:ea typeface="+mj-ea"/>
              </a:rPr>
              <a:t>AIDING Lab</a:t>
            </a:r>
            <a:endParaRPr lang="zh-CN" altLang="en-US" sz="1200" b="1" spc="30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500063" y="6520363"/>
            <a:ext cx="8143875" cy="0"/>
            <a:chOff x="666750" y="6520363"/>
            <a:chExt cx="10858500" cy="0"/>
          </a:xfrm>
        </p:grpSpPr>
        <p:cxnSp>
          <p:nvCxnSpPr>
            <p:cNvPr id="15" name="直接连接符 14"/>
            <p:cNvCxnSpPr/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1415" y="48078"/>
            <a:ext cx="1681615" cy="5078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段文字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/>
        </p:nvSpPr>
        <p:spPr>
          <a:xfrm>
            <a:off x="1" y="0"/>
            <a:ext cx="7348450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 dirty="0">
              <a:solidFill>
                <a:srgbClr val="0064B8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82980" y="168759"/>
            <a:ext cx="192878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32271" y="48077"/>
            <a:ext cx="6725234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500063" y="6520363"/>
            <a:ext cx="8143875" cy="0"/>
            <a:chOff x="666750" y="6520363"/>
            <a:chExt cx="10858500" cy="0"/>
          </a:xfrm>
        </p:grpSpPr>
        <p:cxnSp>
          <p:nvCxnSpPr>
            <p:cNvPr id="15" name="直接连接符 14"/>
            <p:cNvCxnSpPr/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 userDrawn="1"/>
        </p:nvSpPr>
        <p:spPr>
          <a:xfrm>
            <a:off x="198947" y="728041"/>
            <a:ext cx="128586" cy="370486"/>
          </a:xfrm>
          <a:prstGeom prst="rect">
            <a:avLst/>
          </a:prstGeom>
          <a:solidFill>
            <a:srgbClr val="E38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内容占位符 2"/>
          <p:cNvSpPr>
            <a:spLocks noGrp="1"/>
          </p:cNvSpPr>
          <p:nvPr>
            <p:ph sz="quarter" idx="13"/>
          </p:nvPr>
        </p:nvSpPr>
        <p:spPr>
          <a:xfrm>
            <a:off x="324986" y="724665"/>
            <a:ext cx="8005763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tx2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8451" y="33731"/>
            <a:ext cx="1613905" cy="52217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4D278C-6CE4-A965-63DF-66FBCD3EDA05}"/>
              </a:ext>
            </a:extLst>
          </p:cNvPr>
          <p:cNvSpPr/>
          <p:nvPr userDrawn="1"/>
        </p:nvSpPr>
        <p:spPr>
          <a:xfrm>
            <a:off x="3841505" y="6415684"/>
            <a:ext cx="1556972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1200" b="1" spc="300" dirty="0">
                <a:solidFill>
                  <a:schemeClr val="tx2"/>
                </a:solidFill>
                <a:latin typeface="+mj-ea"/>
                <a:ea typeface="+mj-ea"/>
              </a:rPr>
              <a:t>AIDING Lab</a:t>
            </a:r>
            <a:endParaRPr lang="zh-CN" altLang="en-US" sz="1200" b="1" spc="300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sz="quarter" idx="13"/>
          </p:nvPr>
        </p:nvSpPr>
        <p:spPr>
          <a:xfrm>
            <a:off x="2990630" y="5730245"/>
            <a:ext cx="294233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4257066" y="4702431"/>
            <a:ext cx="629868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数字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2" y="223935"/>
            <a:ext cx="727787" cy="652366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88900" sx="102000" sy="102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3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832562" y="223935"/>
            <a:ext cx="4826259" cy="652366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1">
                    <a:lumMod val="75000"/>
                  </a:schemeClr>
                </a:solidFill>
                <a:effectLst>
                  <a:outerShdw blurRad="88900" sx="102000" sy="102000" algn="ctr" rotWithShape="0">
                    <a:prstClr val="black">
                      <a:alpha val="25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段文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/>
        </p:nvSpPr>
        <p:spPr>
          <a:xfrm>
            <a:off x="1" y="0"/>
            <a:ext cx="7330606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UpDiag">
            <a:fgClr>
              <a:srgbClr val="00449A"/>
            </a:fgClr>
            <a:bgClr>
              <a:srgbClr val="003A8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 dirty="0">
              <a:solidFill>
                <a:srgbClr val="0064B8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60704" y="48077"/>
            <a:ext cx="6930305" cy="50783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8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500063" y="6644503"/>
            <a:ext cx="8143875" cy="0"/>
            <a:chOff x="666750" y="6520363"/>
            <a:chExt cx="10858500" cy="0"/>
          </a:xfrm>
        </p:grpSpPr>
        <p:cxnSp>
          <p:nvCxnSpPr>
            <p:cNvPr id="15" name="直接连接符 14"/>
            <p:cNvCxnSpPr/>
            <p:nvPr userDrawn="1"/>
          </p:nvCxnSpPr>
          <p:spPr>
            <a:xfrm flipH="1">
              <a:off x="7049084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 userDrawn="1"/>
          </p:nvCxnSpPr>
          <p:spPr>
            <a:xfrm flipH="1">
              <a:off x="666750" y="6520363"/>
              <a:ext cx="447616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 userDrawn="1"/>
        </p:nvSpPr>
        <p:spPr>
          <a:xfrm>
            <a:off x="141894" y="691431"/>
            <a:ext cx="128586" cy="370486"/>
          </a:xfrm>
          <a:prstGeom prst="rect">
            <a:avLst/>
          </a:prstGeom>
          <a:solidFill>
            <a:srgbClr val="E38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内容占位符 2"/>
          <p:cNvSpPr>
            <a:spLocks noGrp="1"/>
          </p:cNvSpPr>
          <p:nvPr>
            <p:ph sz="quarter" idx="13"/>
          </p:nvPr>
        </p:nvSpPr>
        <p:spPr>
          <a:xfrm>
            <a:off x="267933" y="688055"/>
            <a:ext cx="8005763" cy="3705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0607" y="29431"/>
            <a:ext cx="1697384" cy="526477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3028950" y="6329973"/>
            <a:ext cx="30861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6"/>
          </p:nvPr>
        </p:nvSpPr>
        <p:spPr>
          <a:xfrm>
            <a:off x="7038155" y="6461940"/>
            <a:ext cx="20574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03BE5-ABA4-7E50-96DC-0A2BD84382EA}"/>
              </a:ext>
            </a:extLst>
          </p:cNvPr>
          <p:cNvSpPr/>
          <p:nvPr userDrawn="1"/>
        </p:nvSpPr>
        <p:spPr>
          <a:xfrm>
            <a:off x="3841505" y="6512396"/>
            <a:ext cx="1556972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1200" b="1" spc="300" dirty="0">
                <a:solidFill>
                  <a:schemeClr val="tx2"/>
                </a:solidFill>
                <a:latin typeface="+mj-ea"/>
                <a:ea typeface="+mj-ea"/>
              </a:rPr>
              <a:t>AIDING Lab</a:t>
            </a:r>
            <a:endParaRPr lang="zh-CN" altLang="en-US" sz="1200" b="1" spc="300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3300153" y="-308113"/>
            <a:ext cx="7148945" cy="71661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"/>
            <a:ext cx="9144000" cy="354435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" y="2"/>
            <a:ext cx="9143999" cy="3544357"/>
          </a:xfrm>
          <a:prstGeom prst="rect">
            <a:avLst/>
          </a:prstGeom>
          <a:solidFill>
            <a:srgbClr val="0064B8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4876471" y="0"/>
            <a:ext cx="6853910" cy="685391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6786"/>
            <a:ext cx="9144000" cy="326091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" y="510362"/>
            <a:ext cx="9144000" cy="5784112"/>
          </a:xfrm>
          <a:prstGeom prst="rect">
            <a:avLst/>
          </a:prstGeom>
          <a:solidFill>
            <a:srgbClr val="0064B8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284516" y="185907"/>
            <a:ext cx="6901543" cy="6522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7591" y="1095410"/>
            <a:ext cx="8921021" cy="523220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28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Title</a:t>
            </a:r>
          </a:p>
        </p:txBody>
      </p:sp>
      <p:sp>
        <p:nvSpPr>
          <p:cNvPr id="12" name="矩形 11"/>
          <p:cNvSpPr/>
          <p:nvPr/>
        </p:nvSpPr>
        <p:spPr>
          <a:xfrm>
            <a:off x="2636742" y="2970735"/>
            <a:ext cx="5297315" cy="46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Freeform 25"/>
          <p:cNvSpPr>
            <a:spLocks noEditPoints="1"/>
          </p:cNvSpPr>
          <p:nvPr/>
        </p:nvSpPr>
        <p:spPr bwMode="auto">
          <a:xfrm>
            <a:off x="5896219" y="3114175"/>
            <a:ext cx="130969" cy="119856"/>
          </a:xfrm>
          <a:custGeom>
            <a:avLst/>
            <a:gdLst>
              <a:gd name="T0" fmla="*/ 35 w 70"/>
              <a:gd name="T1" fmla="*/ 0 h 64"/>
              <a:gd name="T2" fmla="*/ 12 w 70"/>
              <a:gd name="T3" fmla="*/ 10 h 64"/>
              <a:gd name="T4" fmla="*/ 12 w 70"/>
              <a:gd name="T5" fmla="*/ 55 h 64"/>
              <a:gd name="T6" fmla="*/ 35 w 70"/>
              <a:gd name="T7" fmla="*/ 64 h 64"/>
              <a:gd name="T8" fmla="*/ 57 w 70"/>
              <a:gd name="T9" fmla="*/ 55 h 64"/>
              <a:gd name="T10" fmla="*/ 57 w 70"/>
              <a:gd name="T11" fmla="*/ 10 h 64"/>
              <a:gd name="T12" fmla="*/ 35 w 70"/>
              <a:gd name="T13" fmla="*/ 0 h 64"/>
              <a:gd name="T14" fmla="*/ 54 w 70"/>
              <a:gd name="T15" fmla="*/ 52 h 64"/>
              <a:gd name="T16" fmla="*/ 35 w 70"/>
              <a:gd name="T17" fmla="*/ 60 h 64"/>
              <a:gd name="T18" fmla="*/ 15 w 70"/>
              <a:gd name="T19" fmla="*/ 52 h 64"/>
              <a:gd name="T20" fmla="*/ 7 w 70"/>
              <a:gd name="T21" fmla="*/ 32 h 64"/>
              <a:gd name="T22" fmla="*/ 15 w 70"/>
              <a:gd name="T23" fmla="*/ 13 h 64"/>
              <a:gd name="T24" fmla="*/ 35 w 70"/>
              <a:gd name="T25" fmla="*/ 5 h 64"/>
              <a:gd name="T26" fmla="*/ 54 w 70"/>
              <a:gd name="T27" fmla="*/ 13 h 64"/>
              <a:gd name="T28" fmla="*/ 62 w 70"/>
              <a:gd name="T29" fmla="*/ 32 h 64"/>
              <a:gd name="T30" fmla="*/ 54 w 70"/>
              <a:gd name="T31" fmla="*/ 5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0" h="64">
                <a:moveTo>
                  <a:pt x="35" y="0"/>
                </a:moveTo>
                <a:cubicBezTo>
                  <a:pt x="26" y="0"/>
                  <a:pt x="18" y="4"/>
                  <a:pt x="12" y="10"/>
                </a:cubicBezTo>
                <a:cubicBezTo>
                  <a:pt x="0" y="22"/>
                  <a:pt x="0" y="42"/>
                  <a:pt x="12" y="55"/>
                </a:cubicBezTo>
                <a:cubicBezTo>
                  <a:pt x="18" y="61"/>
                  <a:pt x="26" y="64"/>
                  <a:pt x="35" y="64"/>
                </a:cubicBezTo>
                <a:cubicBezTo>
                  <a:pt x="43" y="64"/>
                  <a:pt x="51" y="61"/>
                  <a:pt x="57" y="55"/>
                </a:cubicBezTo>
                <a:cubicBezTo>
                  <a:pt x="70" y="42"/>
                  <a:pt x="70" y="22"/>
                  <a:pt x="57" y="10"/>
                </a:cubicBezTo>
                <a:cubicBezTo>
                  <a:pt x="51" y="4"/>
                  <a:pt x="43" y="0"/>
                  <a:pt x="35" y="0"/>
                </a:cubicBezTo>
                <a:close/>
                <a:moveTo>
                  <a:pt x="54" y="52"/>
                </a:moveTo>
                <a:cubicBezTo>
                  <a:pt x="49" y="57"/>
                  <a:pt x="42" y="60"/>
                  <a:pt x="35" y="60"/>
                </a:cubicBezTo>
                <a:cubicBezTo>
                  <a:pt x="27" y="60"/>
                  <a:pt x="21" y="57"/>
                  <a:pt x="15" y="52"/>
                </a:cubicBezTo>
                <a:cubicBezTo>
                  <a:pt x="10" y="46"/>
                  <a:pt x="7" y="40"/>
                  <a:pt x="7" y="32"/>
                </a:cubicBezTo>
                <a:cubicBezTo>
                  <a:pt x="7" y="25"/>
                  <a:pt x="10" y="18"/>
                  <a:pt x="15" y="13"/>
                </a:cubicBezTo>
                <a:cubicBezTo>
                  <a:pt x="21" y="8"/>
                  <a:pt x="27" y="5"/>
                  <a:pt x="35" y="5"/>
                </a:cubicBezTo>
                <a:cubicBezTo>
                  <a:pt x="42" y="5"/>
                  <a:pt x="49" y="8"/>
                  <a:pt x="54" y="13"/>
                </a:cubicBezTo>
                <a:cubicBezTo>
                  <a:pt x="59" y="18"/>
                  <a:pt x="62" y="25"/>
                  <a:pt x="62" y="32"/>
                </a:cubicBezTo>
                <a:cubicBezTo>
                  <a:pt x="62" y="40"/>
                  <a:pt x="59" y="46"/>
                  <a:pt x="54" y="52"/>
                </a:cubicBezTo>
                <a:close/>
              </a:path>
            </a:pathLst>
          </a:custGeom>
          <a:solidFill>
            <a:srgbClr val="505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896219" y="5117698"/>
            <a:ext cx="3450185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Speaker</a:t>
            </a:r>
            <a:r>
              <a:rPr kumimoji="1"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  <a:p>
            <a:pPr algn="ctr">
              <a:lnSpc>
                <a:spcPct val="125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2026-03-15</a:t>
            </a:r>
            <a:endParaRPr kumimoji="1"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D169C8-0DC9-FD19-8473-01CACFEE4F79}"/>
              </a:ext>
            </a:extLst>
          </p:cNvPr>
          <p:cNvSpPr/>
          <p:nvPr/>
        </p:nvSpPr>
        <p:spPr>
          <a:xfrm>
            <a:off x="-266358" y="2590143"/>
            <a:ext cx="9276313" cy="307777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author</a:t>
            </a:r>
            <a:r>
              <a:rPr lang="en-US" altLang="zh-CN" sz="1400" b="1" spc="300" baseline="300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second author</a:t>
            </a:r>
            <a:r>
              <a:rPr lang="en-US" altLang="zh-CN" sz="1400" b="1" spc="300" baseline="300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…, last author</a:t>
            </a:r>
            <a:r>
              <a:rPr lang="en-US" altLang="zh-CN" sz="1400" b="1" spc="300" baseline="300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400" b="1" spc="300" dirty="0">
              <a:ln w="1143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717C86-5F2C-DFC6-B2F5-C675E6D3B022}"/>
              </a:ext>
            </a:extLst>
          </p:cNvPr>
          <p:cNvSpPr/>
          <p:nvPr/>
        </p:nvSpPr>
        <p:spPr>
          <a:xfrm>
            <a:off x="930852" y="3028854"/>
            <a:ext cx="7845184" cy="738664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ctr">
              <a:buAutoNum type="arabicPeriod"/>
              <a:defRPr/>
            </a:pP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Institute name a</a:t>
            </a:r>
          </a:p>
          <a:p>
            <a:pPr marL="342900" indent="-342900" algn="ctr">
              <a:buAutoNum type="arabicPeriod"/>
              <a:defRPr/>
            </a:pP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Institute name b</a:t>
            </a:r>
          </a:p>
          <a:p>
            <a:pPr marL="342900" indent="-342900" algn="ctr">
              <a:buAutoNum type="arabicPeriod"/>
              <a:defRPr/>
            </a:pP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Institute name c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AA56C3-238E-B398-9D63-7E640FD5C8D7}"/>
              </a:ext>
            </a:extLst>
          </p:cNvPr>
          <p:cNvSpPr/>
          <p:nvPr/>
        </p:nvSpPr>
        <p:spPr>
          <a:xfrm>
            <a:off x="1" y="3936345"/>
            <a:ext cx="9276313" cy="307777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Conference/journal name (</a:t>
            </a:r>
            <a:r>
              <a:rPr lang="en-US" altLang="zh-CN" sz="1400" b="1" spc="300" dirty="0" err="1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abbriviation</a:t>
            </a:r>
            <a:r>
              <a:rPr lang="en-US" altLang="zh-CN" sz="1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publish year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748"/>
    </mc:Choice>
    <mc:Fallback xmlns="">
      <p:transition advTm="374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60704" y="654137"/>
            <a:ext cx="6930305" cy="507831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Outline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Content Placeholder 2"/>
          <p:cNvSpPr txBox="1"/>
          <p:nvPr/>
        </p:nvSpPr>
        <p:spPr>
          <a:xfrm>
            <a:off x="0" y="1232861"/>
            <a:ext cx="8425543" cy="4962666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600"/>
              </a:spcBef>
              <a:buClr>
                <a:srgbClr val="F0AD00"/>
              </a:buClr>
              <a:defRPr/>
            </a:pP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Background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motivation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Related Work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main branches; differences compared against prior works; etc.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main ideas; overview of the proposed method/model; key techniques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Experiments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(datasets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baselines/competitors; improvement compared against STOA; effectiveness of key ideas)</a:t>
            </a:r>
          </a:p>
          <a:p>
            <a:pPr lvl="0"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Conclusion &amp; Future Work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pros/cons; any ideas;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ransition advTm="85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2095417" cy="507831"/>
          </a:xfrm>
        </p:spPr>
        <p:txBody>
          <a:bodyPr/>
          <a:lstStyle/>
          <a:p>
            <a:r>
              <a:rPr lang="en-US" altLang="zh-CN" dirty="0"/>
              <a:t>Background</a:t>
            </a:r>
            <a:endParaRPr lang="zh-CN" altLang="en-US" dirty="0"/>
          </a:p>
        </p:txBody>
      </p:sp>
    </p:spTree>
  </p:cSld>
  <p:clrMapOvr>
    <a:masterClrMapping/>
  </p:clrMapOvr>
  <p:transition advTm="1326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4" y="613707"/>
            <a:ext cx="4509008" cy="507831"/>
          </a:xfrm>
        </p:spPr>
        <p:txBody>
          <a:bodyPr/>
          <a:lstStyle/>
          <a:p>
            <a:r>
              <a:rPr lang="en-US" altLang="zh-CN" dirty="0"/>
              <a:t>Background</a:t>
            </a:r>
            <a:r>
              <a:rPr lang="zh-CN" altLang="en-US" dirty="0"/>
              <a:t> 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4275265"/>
      </p:ext>
    </p:extLst>
  </p:cSld>
  <p:clrMapOvr>
    <a:masterClrMapping/>
  </p:clrMapOvr>
  <p:transition advTm="1326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2669575" cy="507831"/>
          </a:xfrm>
        </p:spPr>
        <p:txBody>
          <a:bodyPr/>
          <a:lstStyle/>
          <a:p>
            <a:r>
              <a:rPr lang="en-US" altLang="zh-CN" dirty="0"/>
              <a:t>Related 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636904"/>
      </p:ext>
    </p:extLst>
  </p:cSld>
  <p:clrMapOvr>
    <a:masterClrMapping/>
  </p:clrMapOvr>
  <p:transition advTm="1326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3477649" cy="507831"/>
          </a:xfrm>
        </p:spPr>
        <p:txBody>
          <a:bodyPr/>
          <a:lstStyle/>
          <a:p>
            <a:r>
              <a:rPr lang="en-US" altLang="zh-CN" dirty="0"/>
              <a:t>Related Work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465918"/>
      </p:ext>
    </p:extLst>
  </p:cSld>
  <p:clrMapOvr>
    <a:masterClrMapping/>
  </p:clrMapOvr>
  <p:transition advTm="1326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4" y="613707"/>
            <a:ext cx="1525246" cy="507831"/>
          </a:xfrm>
        </p:spPr>
        <p:txBody>
          <a:bodyPr/>
          <a:lstStyle/>
          <a:p>
            <a:r>
              <a:rPr lang="en-US" altLang="zh-CN" dirty="0"/>
              <a:t>Method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6312903"/>
      </p:ext>
    </p:extLst>
  </p:cSld>
  <p:clrMapOvr>
    <a:masterClrMapping/>
  </p:clrMapOvr>
  <p:transition advTm="1326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2935390" cy="507831"/>
          </a:xfrm>
        </p:spPr>
        <p:txBody>
          <a:bodyPr/>
          <a:lstStyle/>
          <a:p>
            <a:r>
              <a:rPr lang="en-US" altLang="zh-CN" dirty="0"/>
              <a:t>Method</a:t>
            </a:r>
            <a:r>
              <a:rPr lang="zh-CN" altLang="en-US" dirty="0"/>
              <a:t>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33805443"/>
      </p:ext>
    </p:extLst>
  </p:cSld>
  <p:clrMapOvr>
    <a:masterClrMapping/>
  </p:clrMapOvr>
  <p:transition advTm="1326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4" y="613707"/>
            <a:ext cx="2754636" cy="507831"/>
          </a:xfrm>
        </p:spPr>
        <p:txBody>
          <a:bodyPr/>
          <a:lstStyle/>
          <a:p>
            <a:r>
              <a:rPr lang="en-US" altLang="zh-CN" dirty="0"/>
              <a:t>Experiments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548536"/>
      </p:ext>
    </p:extLst>
  </p:cSld>
  <p:clrMapOvr>
    <a:masterClrMapping/>
  </p:clrMapOvr>
  <p:transition advTm="1326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3116144" cy="507831"/>
          </a:xfrm>
        </p:spPr>
        <p:txBody>
          <a:bodyPr/>
          <a:lstStyle/>
          <a:p>
            <a:r>
              <a:rPr lang="en-US" altLang="zh-CN" dirty="0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509072"/>
      </p:ext>
    </p:extLst>
  </p:cSld>
  <p:clrMapOvr>
    <a:masterClrMapping/>
  </p:clrMapOvr>
  <p:transition advTm="132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/>
          <p:nvPr/>
        </p:nvSpPr>
        <p:spPr>
          <a:xfrm>
            <a:off x="267933" y="1424310"/>
            <a:ext cx="8464587" cy="5037630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>
            <a:lvl1pPr marL="438785" indent="-320040" algn="l" rtl="0" eaLnBrk="1" latinLnBrk="0" hangingPunct="1">
              <a:spcBef>
                <a:spcPts val="0"/>
              </a:spcBef>
              <a:buClr>
                <a:schemeClr val="accent1"/>
              </a:buClr>
              <a:buSzPct val="80000"/>
              <a:buFont typeface="Wingdings 2" panose="05020102010507070707"/>
              <a:buChar char=""/>
              <a:defRPr kumimoji="0" sz="3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3152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kumimoji="0"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9695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kumimoji="0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16025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 panose="05000000000000000000" pitchFamily="2" charset="2"/>
              <a:buChar char="§"/>
              <a:defRPr kumimoji="0"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26210" indent="-18288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100000"/>
              <a:buFont typeface="Wingdings" panose="05000000000000000000" pitchFamily="2" charset="2"/>
              <a:buChar char="§"/>
              <a:defRPr kumimoji="0" lang="en-US" sz="2000" kern="120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627505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 panose="05020102010507070707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 panose="05020102010507070707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30095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390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anose="05020102010507070707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ts val="600"/>
              </a:spcBef>
              <a:buClr>
                <a:srgbClr val="F0AD00"/>
              </a:buClr>
              <a:defRPr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xxx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678A7C77-9A64-2876-56FE-7131C47659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703" y="613707"/>
            <a:ext cx="4360153" cy="507831"/>
          </a:xfrm>
        </p:spPr>
        <p:txBody>
          <a:bodyPr/>
          <a:lstStyle/>
          <a:p>
            <a:r>
              <a:rPr lang="en-US" altLang="zh-CN" dirty="0"/>
              <a:t>Conclusion &amp; Future 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506380"/>
      </p:ext>
    </p:extLst>
  </p:cSld>
  <p:clrMapOvr>
    <a:masterClrMapping/>
  </p:clrMapOvr>
  <p:transition advTm="1326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4876471" y="0"/>
            <a:ext cx="6853910" cy="685391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5444"/>
            <a:ext cx="9144000" cy="326091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1" y="1847463"/>
            <a:ext cx="9144000" cy="3270852"/>
          </a:xfrm>
          <a:prstGeom prst="rect">
            <a:avLst/>
          </a:prstGeom>
          <a:solidFill>
            <a:srgbClr val="0064B8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284516" y="185907"/>
            <a:ext cx="6901543" cy="65229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74645" y="2057106"/>
            <a:ext cx="9143999" cy="1754326"/>
          </a:xfrm>
          <a:prstGeom prst="rect">
            <a:avLst/>
          </a:prstGeom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zh-CN" sz="5400" b="1" spc="300" dirty="0">
              <a:ln w="1143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5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5400" b="1" spc="300" dirty="0">
                <a:ln w="11430"/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5400" b="1" spc="300" dirty="0">
              <a:ln w="11430"/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36742" y="3614547"/>
            <a:ext cx="5297315" cy="466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6" name="Freeform 25"/>
          <p:cNvSpPr>
            <a:spLocks noEditPoints="1"/>
          </p:cNvSpPr>
          <p:nvPr/>
        </p:nvSpPr>
        <p:spPr bwMode="auto">
          <a:xfrm>
            <a:off x="5896219" y="3757987"/>
            <a:ext cx="130969" cy="119856"/>
          </a:xfrm>
          <a:custGeom>
            <a:avLst/>
            <a:gdLst>
              <a:gd name="T0" fmla="*/ 35 w 70"/>
              <a:gd name="T1" fmla="*/ 0 h 64"/>
              <a:gd name="T2" fmla="*/ 12 w 70"/>
              <a:gd name="T3" fmla="*/ 10 h 64"/>
              <a:gd name="T4" fmla="*/ 12 w 70"/>
              <a:gd name="T5" fmla="*/ 55 h 64"/>
              <a:gd name="T6" fmla="*/ 35 w 70"/>
              <a:gd name="T7" fmla="*/ 64 h 64"/>
              <a:gd name="T8" fmla="*/ 57 w 70"/>
              <a:gd name="T9" fmla="*/ 55 h 64"/>
              <a:gd name="T10" fmla="*/ 57 w 70"/>
              <a:gd name="T11" fmla="*/ 10 h 64"/>
              <a:gd name="T12" fmla="*/ 35 w 70"/>
              <a:gd name="T13" fmla="*/ 0 h 64"/>
              <a:gd name="T14" fmla="*/ 54 w 70"/>
              <a:gd name="T15" fmla="*/ 52 h 64"/>
              <a:gd name="T16" fmla="*/ 35 w 70"/>
              <a:gd name="T17" fmla="*/ 60 h 64"/>
              <a:gd name="T18" fmla="*/ 15 w 70"/>
              <a:gd name="T19" fmla="*/ 52 h 64"/>
              <a:gd name="T20" fmla="*/ 7 w 70"/>
              <a:gd name="T21" fmla="*/ 32 h 64"/>
              <a:gd name="T22" fmla="*/ 15 w 70"/>
              <a:gd name="T23" fmla="*/ 13 h 64"/>
              <a:gd name="T24" fmla="*/ 35 w 70"/>
              <a:gd name="T25" fmla="*/ 5 h 64"/>
              <a:gd name="T26" fmla="*/ 54 w 70"/>
              <a:gd name="T27" fmla="*/ 13 h 64"/>
              <a:gd name="T28" fmla="*/ 62 w 70"/>
              <a:gd name="T29" fmla="*/ 32 h 64"/>
              <a:gd name="T30" fmla="*/ 54 w 70"/>
              <a:gd name="T31" fmla="*/ 5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0" h="64">
                <a:moveTo>
                  <a:pt x="35" y="0"/>
                </a:moveTo>
                <a:cubicBezTo>
                  <a:pt x="26" y="0"/>
                  <a:pt x="18" y="4"/>
                  <a:pt x="12" y="10"/>
                </a:cubicBezTo>
                <a:cubicBezTo>
                  <a:pt x="0" y="22"/>
                  <a:pt x="0" y="42"/>
                  <a:pt x="12" y="55"/>
                </a:cubicBezTo>
                <a:cubicBezTo>
                  <a:pt x="18" y="61"/>
                  <a:pt x="26" y="64"/>
                  <a:pt x="35" y="64"/>
                </a:cubicBezTo>
                <a:cubicBezTo>
                  <a:pt x="43" y="64"/>
                  <a:pt x="51" y="61"/>
                  <a:pt x="57" y="55"/>
                </a:cubicBezTo>
                <a:cubicBezTo>
                  <a:pt x="70" y="42"/>
                  <a:pt x="70" y="22"/>
                  <a:pt x="57" y="10"/>
                </a:cubicBezTo>
                <a:cubicBezTo>
                  <a:pt x="51" y="4"/>
                  <a:pt x="43" y="0"/>
                  <a:pt x="35" y="0"/>
                </a:cubicBezTo>
                <a:close/>
                <a:moveTo>
                  <a:pt x="54" y="52"/>
                </a:moveTo>
                <a:cubicBezTo>
                  <a:pt x="49" y="57"/>
                  <a:pt x="42" y="60"/>
                  <a:pt x="35" y="60"/>
                </a:cubicBezTo>
                <a:cubicBezTo>
                  <a:pt x="27" y="60"/>
                  <a:pt x="21" y="57"/>
                  <a:pt x="15" y="52"/>
                </a:cubicBezTo>
                <a:cubicBezTo>
                  <a:pt x="10" y="46"/>
                  <a:pt x="7" y="40"/>
                  <a:pt x="7" y="32"/>
                </a:cubicBezTo>
                <a:cubicBezTo>
                  <a:pt x="7" y="25"/>
                  <a:pt x="10" y="18"/>
                  <a:pt x="15" y="13"/>
                </a:cubicBezTo>
                <a:cubicBezTo>
                  <a:pt x="21" y="8"/>
                  <a:pt x="27" y="5"/>
                  <a:pt x="35" y="5"/>
                </a:cubicBezTo>
                <a:cubicBezTo>
                  <a:pt x="42" y="5"/>
                  <a:pt x="49" y="8"/>
                  <a:pt x="54" y="13"/>
                </a:cubicBezTo>
                <a:cubicBezTo>
                  <a:pt x="59" y="18"/>
                  <a:pt x="62" y="25"/>
                  <a:pt x="62" y="32"/>
                </a:cubicBezTo>
                <a:cubicBezTo>
                  <a:pt x="62" y="40"/>
                  <a:pt x="59" y="46"/>
                  <a:pt x="54" y="52"/>
                </a:cubicBezTo>
                <a:close/>
              </a:path>
            </a:pathLst>
          </a:custGeom>
          <a:solidFill>
            <a:srgbClr val="505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680"/>
    </mc:Choice>
    <mc:Fallback xmlns="">
      <p:transition advTm="15680"/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95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F0CEA3"/>
      </a:accent1>
      <a:accent2>
        <a:srgbClr val="C1D9DF"/>
      </a:accent2>
      <a:accent3>
        <a:srgbClr val="D870BB"/>
      </a:accent3>
      <a:accent4>
        <a:srgbClr val="61C09E"/>
      </a:accent4>
      <a:accent5>
        <a:srgbClr val="EFD836"/>
      </a:accent5>
      <a:accent6>
        <a:srgbClr val="73D2E8"/>
      </a:accent6>
      <a:hlink>
        <a:srgbClr val="0563C1"/>
      </a:hlink>
      <a:folHlink>
        <a:srgbClr val="954F72"/>
      </a:folHlink>
    </a:clrScheme>
    <a:fontScheme name="自定义 49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模板页面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3375</TotalTime>
  <Words>214</Words>
  <Application>Microsoft Office PowerPoint</Application>
  <PresentationFormat>全屏显示(4:3)</PresentationFormat>
  <Paragraphs>73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宋体</vt:lpstr>
      <vt:lpstr>微软雅黑</vt:lpstr>
      <vt:lpstr>Arial</vt:lpstr>
      <vt:lpstr>Calibri</vt:lpstr>
      <vt:lpstr>Calibri Light</vt:lpstr>
      <vt:lpstr>Times New Roman</vt:lpstr>
      <vt:lpstr>模板页面</vt:lpstr>
      <vt:lpstr>Custom Design</vt:lpstr>
      <vt:lpstr>1_模板页面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志杰 王</cp:lastModifiedBy>
  <cp:revision>1840</cp:revision>
  <dcterms:created xsi:type="dcterms:W3CDTF">2015-08-18T02:51:00Z</dcterms:created>
  <dcterms:modified xsi:type="dcterms:W3CDTF">2026-03-01T15:18:09Z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2017-12-21T08:37:51.7033375Z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KSOProductBuildVer">
    <vt:lpwstr>2052-11.1.0.9208</vt:lpwstr>
  </property>
</Properties>
</file>