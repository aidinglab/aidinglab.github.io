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3" r:id="rId2"/>
    <p:sldMasterId id="2147483655" r:id="rId3"/>
  </p:sldMasterIdLst>
  <p:notesMasterIdLst>
    <p:notesMasterId r:id="rId16"/>
  </p:notesMasterIdLst>
  <p:handoutMasterIdLst>
    <p:handoutMasterId r:id="rId17"/>
  </p:handoutMasterIdLst>
  <p:sldIdLst>
    <p:sldId id="1221" r:id="rId4"/>
    <p:sldId id="1222" r:id="rId5"/>
    <p:sldId id="1524" r:id="rId6"/>
    <p:sldId id="1532" r:id="rId7"/>
    <p:sldId id="1526" r:id="rId8"/>
    <p:sldId id="1533" r:id="rId9"/>
    <p:sldId id="1527" r:id="rId10"/>
    <p:sldId id="1531" r:id="rId11"/>
    <p:sldId id="1528" r:id="rId12"/>
    <p:sldId id="1534" r:id="rId13"/>
    <p:sldId id="1530" r:id="rId14"/>
    <p:sldId id="1484" r:id="rId15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  <a:srgbClr val="FFFFB2"/>
    <a:srgbClr val="E29544"/>
    <a:srgbClr val="00449A"/>
    <a:srgbClr val="003A8F"/>
    <a:srgbClr val="73D2E8"/>
    <a:srgbClr val="61C09E"/>
    <a:srgbClr val="C1D9DF"/>
    <a:srgbClr val="FCF5ED"/>
    <a:srgbClr val="E389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48" autoAdjust="0"/>
    <p:restoredTop sz="84295" autoAdjust="0"/>
  </p:normalViewPr>
  <p:slideViewPr>
    <p:cSldViewPr snapToGrid="0" snapToObjects="1">
      <p:cViewPr varScale="1">
        <p:scale>
          <a:sx n="72" d="100"/>
          <a:sy n="72" d="100"/>
        </p:scale>
        <p:origin x="33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notesViewPr>
    <p:cSldViewPr snapToGrid="0" snapToObjects="1">
      <p:cViewPr varScale="1">
        <p:scale>
          <a:sx n="172" d="100"/>
          <a:sy n="172" d="100"/>
        </p:scale>
        <p:origin x="2264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handoutMaster" Target="handoutMasters/handoutMaster1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10" Type="http://schemas.openxmlformats.org/officeDocument/2006/relationships/slide" Target="slides/slide7.xml"/><Relationship Id="rId19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17705E-39B1-9745-BFB1-E2AFB77B681B}" type="datetimeFigureOut">
              <a:rPr lang="en-US" smtClean="0"/>
              <a:t>3/1/2026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05FF3E-1ADD-BE4F-9ED2-20CB81AE97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6E1E63-6347-BD4F-A808-7F54FA34CE72}" type="datetimeFigureOut">
              <a:rPr kumimoji="1" lang="zh-CN" altLang="en-US" smtClean="0"/>
              <a:t>2026/3/1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1EDE8F-5748-564A-B104-45C8D634421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1EDE8F-5748-564A-B104-45C8D6344219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1EDE8F-5748-564A-B104-45C8D6344219}" type="slidenum">
              <a:rPr kumimoji="1" lang="zh-CN" altLang="en-US" smtClean="0"/>
              <a:t>12</a:t>
            </a:fld>
            <a:endParaRPr kumimoji="1"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_1">
    <p:bg>
      <p:bgPr>
        <a:pattFill prst="dotGrid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5"/>
          <p:cNvSpPr>
            <a:spLocks noGrp="1"/>
          </p:cNvSpPr>
          <p:nvPr>
            <p:ph type="body" sz="quarter" idx="12" hasCustomPrompt="1"/>
          </p:nvPr>
        </p:nvSpPr>
        <p:spPr>
          <a:xfrm>
            <a:off x="2" y="223935"/>
            <a:ext cx="727787" cy="652366"/>
          </a:xfrm>
          <a:prstGeom prst="rect">
            <a:avLst/>
          </a:prstGeom>
          <a:solidFill>
            <a:schemeClr val="accent1">
              <a:lumMod val="75000"/>
            </a:schemeClr>
          </a:solidFill>
          <a:effectLst>
            <a:outerShdw blurRad="88900" sx="102000" sy="102000" algn="ctr" rotWithShape="0">
              <a:prstClr val="black">
                <a:alpha val="25000"/>
              </a:prstClr>
            </a:outerShdw>
          </a:effectLst>
        </p:spPr>
        <p:txBody>
          <a:bodyPr anchor="ctr"/>
          <a:lstStyle>
            <a:lvl1pPr marL="0" indent="0"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en-US" altLang="zh-CN" dirty="0"/>
              <a:t>00</a:t>
            </a:r>
            <a:endParaRPr kumimoji="1" lang="zh-CN" altLang="en-US" dirty="0"/>
          </a:p>
        </p:txBody>
      </p:sp>
      <p:sp>
        <p:nvSpPr>
          <p:cNvPr id="3" name="文本占位符 5"/>
          <p:cNvSpPr>
            <a:spLocks noGrp="1"/>
          </p:cNvSpPr>
          <p:nvPr>
            <p:ph type="body" sz="quarter" idx="13"/>
          </p:nvPr>
        </p:nvSpPr>
        <p:spPr>
          <a:xfrm>
            <a:off x="832562" y="223935"/>
            <a:ext cx="4826259" cy="652366"/>
          </a:xfrm>
          <a:prstGeom prst="rect">
            <a:avLst/>
          </a:prstGeom>
          <a:noFill/>
        </p:spPr>
        <p:txBody>
          <a:bodyPr anchor="ctr"/>
          <a:lstStyle>
            <a:lvl1pPr marL="0" indent="0">
              <a:lnSpc>
                <a:spcPct val="100000"/>
              </a:lnSpc>
              <a:buNone/>
              <a:defRPr sz="2800" b="1">
                <a:solidFill>
                  <a:schemeClr val="accent1">
                    <a:lumMod val="75000"/>
                  </a:schemeClr>
                </a:solidFill>
                <a:effectLst>
                  <a:outerShdw blurRad="88900" sx="102000" sy="102000" algn="ctr" rotWithShape="0">
                    <a:prstClr val="black">
                      <a:alpha val="25000"/>
                    </a:prstClr>
                  </a:outerShdw>
                </a:effectLst>
              </a:defRPr>
            </a:lvl1pPr>
          </a:lstStyle>
          <a:p>
            <a:pPr lvl="0"/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页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1段文字版式">
    <p:bg>
      <p:bgPr>
        <a:pattFill prst="dotGrid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任意多边形: 形状 18"/>
          <p:cNvSpPr/>
          <p:nvPr userDrawn="1"/>
        </p:nvSpPr>
        <p:spPr>
          <a:xfrm>
            <a:off x="1" y="0"/>
            <a:ext cx="7341414" cy="579395"/>
          </a:xfrm>
          <a:custGeom>
            <a:avLst/>
            <a:gdLst>
              <a:gd name="connsiteX0" fmla="*/ 9472293 w 9486459"/>
              <a:gd name="connsiteY0" fmla="*/ 0 h 579395"/>
              <a:gd name="connsiteX1" fmla="*/ 9486459 w 9486459"/>
              <a:gd name="connsiteY1" fmla="*/ 0 h 579395"/>
              <a:gd name="connsiteX2" fmla="*/ 9122539 w 9486459"/>
              <a:gd name="connsiteY2" fmla="*/ 579395 h 579395"/>
              <a:gd name="connsiteX3" fmla="*/ 9108373 w 9486459"/>
              <a:gd name="connsiteY3" fmla="*/ 579395 h 579395"/>
              <a:gd name="connsiteX4" fmla="*/ 9383852 w 9486459"/>
              <a:gd name="connsiteY4" fmla="*/ 0 h 579395"/>
              <a:gd name="connsiteX5" fmla="*/ 9434831 w 9486459"/>
              <a:gd name="connsiteY5" fmla="*/ 0 h 579395"/>
              <a:gd name="connsiteX6" fmla="*/ 9070911 w 9486459"/>
              <a:gd name="connsiteY6" fmla="*/ 579395 h 579395"/>
              <a:gd name="connsiteX7" fmla="*/ 9019932 w 9486459"/>
              <a:gd name="connsiteY7" fmla="*/ 579395 h 579395"/>
              <a:gd name="connsiteX8" fmla="*/ 0 w 9486459"/>
              <a:gd name="connsiteY8" fmla="*/ 0 h 579395"/>
              <a:gd name="connsiteX9" fmla="*/ 9345418 w 9486459"/>
              <a:gd name="connsiteY9" fmla="*/ 0 h 579395"/>
              <a:gd name="connsiteX10" fmla="*/ 8977879 w 9486459"/>
              <a:gd name="connsiteY10" fmla="*/ 579395 h 579395"/>
              <a:gd name="connsiteX11" fmla="*/ 0 w 9486459"/>
              <a:gd name="connsiteY11" fmla="*/ 579395 h 579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486459" h="579395">
                <a:moveTo>
                  <a:pt x="9472293" y="0"/>
                </a:moveTo>
                <a:lnTo>
                  <a:pt x="9486459" y="0"/>
                </a:lnTo>
                <a:lnTo>
                  <a:pt x="9122539" y="579395"/>
                </a:lnTo>
                <a:lnTo>
                  <a:pt x="9108373" y="579395"/>
                </a:lnTo>
                <a:close/>
                <a:moveTo>
                  <a:pt x="9383852" y="0"/>
                </a:moveTo>
                <a:lnTo>
                  <a:pt x="9434831" y="0"/>
                </a:lnTo>
                <a:lnTo>
                  <a:pt x="9070911" y="579395"/>
                </a:lnTo>
                <a:lnTo>
                  <a:pt x="9019932" y="579395"/>
                </a:lnTo>
                <a:close/>
                <a:moveTo>
                  <a:pt x="0" y="0"/>
                </a:moveTo>
                <a:lnTo>
                  <a:pt x="9345418" y="0"/>
                </a:lnTo>
                <a:lnTo>
                  <a:pt x="8977879" y="579395"/>
                </a:lnTo>
                <a:lnTo>
                  <a:pt x="0" y="579395"/>
                </a:lnTo>
                <a:close/>
              </a:path>
            </a:pathLst>
          </a:custGeom>
          <a:pattFill prst="wdUpDiag">
            <a:fgClr>
              <a:srgbClr val="00449A"/>
            </a:fgClr>
            <a:bgClr>
              <a:srgbClr val="003A8F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/>
            <a:endParaRPr lang="zh-CN" altLang="en-US" sz="2400" dirty="0">
              <a:solidFill>
                <a:srgbClr val="0064B8"/>
              </a:solidFill>
            </a:endParaRPr>
          </a:p>
        </p:txBody>
      </p:sp>
      <p:grpSp>
        <p:nvGrpSpPr>
          <p:cNvPr id="4" name="组合 3"/>
          <p:cNvGrpSpPr/>
          <p:nvPr userDrawn="1"/>
        </p:nvGrpSpPr>
        <p:grpSpPr>
          <a:xfrm>
            <a:off x="120970" y="168759"/>
            <a:ext cx="192878" cy="208413"/>
            <a:chOff x="337460" y="322200"/>
            <a:chExt cx="257171" cy="208413"/>
          </a:xfrm>
        </p:grpSpPr>
        <p:sp>
          <p:nvSpPr>
            <p:cNvPr id="5" name="箭头: V 形 4"/>
            <p:cNvSpPr/>
            <p:nvPr userDrawn="1"/>
          </p:nvSpPr>
          <p:spPr>
            <a:xfrm>
              <a:off x="424769" y="322200"/>
              <a:ext cx="169862" cy="208413"/>
            </a:xfrm>
            <a:prstGeom prst="chevron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>
                <a:solidFill>
                  <a:schemeClr val="tx1"/>
                </a:solidFill>
              </a:endParaRPr>
            </a:p>
          </p:txBody>
        </p:sp>
        <p:sp>
          <p:nvSpPr>
            <p:cNvPr id="6" name="任意多边形: 形状 5"/>
            <p:cNvSpPr/>
            <p:nvPr userDrawn="1"/>
          </p:nvSpPr>
          <p:spPr>
            <a:xfrm>
              <a:off x="371973" y="322200"/>
              <a:ext cx="120110" cy="208413"/>
            </a:xfrm>
            <a:custGeom>
              <a:avLst/>
              <a:gdLst>
                <a:gd name="connsiteX0" fmla="*/ 0 w 120110"/>
                <a:gd name="connsiteY0" fmla="*/ 0 h 208413"/>
                <a:gd name="connsiteX1" fmla="*/ 35179 w 120110"/>
                <a:gd name="connsiteY1" fmla="*/ 0 h 208413"/>
                <a:gd name="connsiteX2" fmla="*/ 120110 w 120110"/>
                <a:gd name="connsiteY2" fmla="*/ 104207 h 208413"/>
                <a:gd name="connsiteX3" fmla="*/ 35179 w 120110"/>
                <a:gd name="connsiteY3" fmla="*/ 208413 h 208413"/>
                <a:gd name="connsiteX4" fmla="*/ 0 w 120110"/>
                <a:gd name="connsiteY4" fmla="*/ 208413 h 208413"/>
                <a:gd name="connsiteX5" fmla="*/ 84931 w 120110"/>
                <a:gd name="connsiteY5" fmla="*/ 104207 h 208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0110" h="208413">
                  <a:moveTo>
                    <a:pt x="0" y="0"/>
                  </a:moveTo>
                  <a:lnTo>
                    <a:pt x="35179" y="0"/>
                  </a:lnTo>
                  <a:lnTo>
                    <a:pt x="120110" y="104207"/>
                  </a:lnTo>
                  <a:lnTo>
                    <a:pt x="35179" y="208413"/>
                  </a:lnTo>
                  <a:lnTo>
                    <a:pt x="0" y="208413"/>
                  </a:lnTo>
                  <a:lnTo>
                    <a:pt x="84931" y="10420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>
                <a:solidFill>
                  <a:schemeClr val="tx1"/>
                </a:solidFill>
              </a:endParaRPr>
            </a:p>
          </p:txBody>
        </p:sp>
        <p:sp>
          <p:nvSpPr>
            <p:cNvPr id="7" name="任意多边形: 形状 6"/>
            <p:cNvSpPr/>
            <p:nvPr userDrawn="1"/>
          </p:nvSpPr>
          <p:spPr>
            <a:xfrm>
              <a:off x="337460" y="322200"/>
              <a:ext cx="101826" cy="208413"/>
            </a:xfrm>
            <a:custGeom>
              <a:avLst/>
              <a:gdLst>
                <a:gd name="connsiteX0" fmla="*/ 0 w 101826"/>
                <a:gd name="connsiteY0" fmla="*/ 0 h 208413"/>
                <a:gd name="connsiteX1" fmla="*/ 16895 w 101826"/>
                <a:gd name="connsiteY1" fmla="*/ 0 h 208413"/>
                <a:gd name="connsiteX2" fmla="*/ 101826 w 101826"/>
                <a:gd name="connsiteY2" fmla="*/ 104207 h 208413"/>
                <a:gd name="connsiteX3" fmla="*/ 16895 w 101826"/>
                <a:gd name="connsiteY3" fmla="*/ 208413 h 208413"/>
                <a:gd name="connsiteX4" fmla="*/ 0 w 101826"/>
                <a:gd name="connsiteY4" fmla="*/ 208413 h 208413"/>
                <a:gd name="connsiteX5" fmla="*/ 84931 w 101826"/>
                <a:gd name="connsiteY5" fmla="*/ 104207 h 208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1826" h="208413">
                  <a:moveTo>
                    <a:pt x="0" y="0"/>
                  </a:moveTo>
                  <a:lnTo>
                    <a:pt x="16895" y="0"/>
                  </a:lnTo>
                  <a:lnTo>
                    <a:pt x="101826" y="104207"/>
                  </a:lnTo>
                  <a:lnTo>
                    <a:pt x="16895" y="208413"/>
                  </a:lnTo>
                  <a:lnTo>
                    <a:pt x="0" y="208413"/>
                  </a:lnTo>
                  <a:lnTo>
                    <a:pt x="84931" y="10420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>
                <a:solidFill>
                  <a:schemeClr val="tx1"/>
                </a:solidFill>
              </a:endParaRPr>
            </a:p>
          </p:txBody>
        </p:sp>
      </p:grpSp>
      <p:sp>
        <p:nvSpPr>
          <p:cNvPr id="12" name="文本占位符 11"/>
          <p:cNvSpPr>
            <a:spLocks noGrp="1"/>
          </p:cNvSpPr>
          <p:nvPr>
            <p:ph type="body" sz="quarter" idx="12" hasCustomPrompt="1"/>
          </p:nvPr>
        </p:nvSpPr>
        <p:spPr>
          <a:xfrm>
            <a:off x="353444" y="48077"/>
            <a:ext cx="6911060" cy="507831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800" b="1" spc="300">
                <a:solidFill>
                  <a:schemeClr val="bg1"/>
                </a:solidFill>
                <a:latin typeface="+mj-ea"/>
                <a:ea typeface="+mj-ea"/>
              </a:defRPr>
            </a:lvl1pPr>
            <a:lvl2pPr marL="457200" indent="0">
              <a:buFontTx/>
              <a:buNone/>
              <a:defRPr sz="2800" b="1">
                <a:solidFill>
                  <a:schemeClr val="bg1"/>
                </a:solidFill>
                <a:latin typeface="+mj-ea"/>
                <a:ea typeface="+mj-ea"/>
              </a:defRPr>
            </a:lvl2pPr>
            <a:lvl3pPr marL="914400" indent="0">
              <a:buFontTx/>
              <a:buNone/>
              <a:defRPr sz="2800" b="1">
                <a:solidFill>
                  <a:schemeClr val="bg1"/>
                </a:solidFill>
                <a:latin typeface="+mj-ea"/>
                <a:ea typeface="+mj-ea"/>
              </a:defRPr>
            </a:lvl3pPr>
            <a:lvl4pPr marL="1371600" indent="0">
              <a:buFontTx/>
              <a:buNone/>
              <a:defRPr sz="2800" b="1">
                <a:solidFill>
                  <a:schemeClr val="bg1"/>
                </a:solidFill>
                <a:latin typeface="+mj-ea"/>
                <a:ea typeface="+mj-ea"/>
              </a:defRPr>
            </a:lvl4pPr>
            <a:lvl5pPr marL="1828800" indent="0">
              <a:buFontTx/>
              <a:buNone/>
              <a:defRPr sz="2800" b="1">
                <a:solidFill>
                  <a:schemeClr val="bg1"/>
                </a:solidFill>
                <a:latin typeface="+mj-ea"/>
                <a:ea typeface="+mj-ea"/>
              </a:defRPr>
            </a:lvl5pPr>
          </a:lstStyle>
          <a:p>
            <a:pPr lvl="0"/>
            <a:r>
              <a:rPr lang="en-US" altLang="zh-CN" dirty="0"/>
              <a:t>Click to edit Master title style</a:t>
            </a:r>
          </a:p>
        </p:txBody>
      </p:sp>
      <p:sp>
        <p:nvSpPr>
          <p:cNvPr id="14" name="矩形 13"/>
          <p:cNvSpPr/>
          <p:nvPr userDrawn="1"/>
        </p:nvSpPr>
        <p:spPr>
          <a:xfrm>
            <a:off x="3841505" y="6415684"/>
            <a:ext cx="1556972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zh-CN" sz="1200" b="1" spc="300" dirty="0">
                <a:solidFill>
                  <a:schemeClr val="tx2"/>
                </a:solidFill>
                <a:latin typeface="+mj-ea"/>
                <a:ea typeface="+mj-ea"/>
              </a:rPr>
              <a:t>AIDING Lab</a:t>
            </a:r>
            <a:endParaRPr lang="zh-CN" altLang="en-US" sz="1200" b="1" spc="300" dirty="0">
              <a:solidFill>
                <a:schemeClr val="tx2"/>
              </a:solidFill>
              <a:latin typeface="+mj-ea"/>
              <a:ea typeface="+mj-ea"/>
            </a:endParaRPr>
          </a:p>
        </p:txBody>
      </p:sp>
      <p:grpSp>
        <p:nvGrpSpPr>
          <p:cNvPr id="17" name="组合 16"/>
          <p:cNvGrpSpPr/>
          <p:nvPr userDrawn="1"/>
        </p:nvGrpSpPr>
        <p:grpSpPr>
          <a:xfrm>
            <a:off x="500063" y="6520363"/>
            <a:ext cx="8143875" cy="0"/>
            <a:chOff x="666750" y="6520363"/>
            <a:chExt cx="10858500" cy="0"/>
          </a:xfrm>
        </p:grpSpPr>
        <p:cxnSp>
          <p:nvCxnSpPr>
            <p:cNvPr id="15" name="直接连接符 14"/>
            <p:cNvCxnSpPr/>
            <p:nvPr userDrawn="1"/>
          </p:nvCxnSpPr>
          <p:spPr>
            <a:xfrm flipH="1">
              <a:off x="7049084" y="6520363"/>
              <a:ext cx="4476166" cy="0"/>
            </a:xfrm>
            <a:prstGeom prst="line">
              <a:avLst/>
            </a:prstGeom>
            <a:ln w="254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 userDrawn="1"/>
          </p:nvCxnSpPr>
          <p:spPr>
            <a:xfrm flipH="1">
              <a:off x="666750" y="6520363"/>
              <a:ext cx="4476166" cy="0"/>
            </a:xfrm>
            <a:prstGeom prst="line">
              <a:avLst/>
            </a:prstGeom>
            <a:ln w="254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41415" y="48078"/>
            <a:ext cx="1681615" cy="50783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段文字版式">
    <p:bg>
      <p:bgPr>
        <a:pattFill prst="dotGrid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任意多边形: 形状 18"/>
          <p:cNvSpPr/>
          <p:nvPr userDrawn="1"/>
        </p:nvSpPr>
        <p:spPr>
          <a:xfrm>
            <a:off x="1" y="0"/>
            <a:ext cx="7348450" cy="579395"/>
          </a:xfrm>
          <a:custGeom>
            <a:avLst/>
            <a:gdLst>
              <a:gd name="connsiteX0" fmla="*/ 9472293 w 9486459"/>
              <a:gd name="connsiteY0" fmla="*/ 0 h 579395"/>
              <a:gd name="connsiteX1" fmla="*/ 9486459 w 9486459"/>
              <a:gd name="connsiteY1" fmla="*/ 0 h 579395"/>
              <a:gd name="connsiteX2" fmla="*/ 9122539 w 9486459"/>
              <a:gd name="connsiteY2" fmla="*/ 579395 h 579395"/>
              <a:gd name="connsiteX3" fmla="*/ 9108373 w 9486459"/>
              <a:gd name="connsiteY3" fmla="*/ 579395 h 579395"/>
              <a:gd name="connsiteX4" fmla="*/ 9383852 w 9486459"/>
              <a:gd name="connsiteY4" fmla="*/ 0 h 579395"/>
              <a:gd name="connsiteX5" fmla="*/ 9434831 w 9486459"/>
              <a:gd name="connsiteY5" fmla="*/ 0 h 579395"/>
              <a:gd name="connsiteX6" fmla="*/ 9070911 w 9486459"/>
              <a:gd name="connsiteY6" fmla="*/ 579395 h 579395"/>
              <a:gd name="connsiteX7" fmla="*/ 9019932 w 9486459"/>
              <a:gd name="connsiteY7" fmla="*/ 579395 h 579395"/>
              <a:gd name="connsiteX8" fmla="*/ 0 w 9486459"/>
              <a:gd name="connsiteY8" fmla="*/ 0 h 579395"/>
              <a:gd name="connsiteX9" fmla="*/ 9345418 w 9486459"/>
              <a:gd name="connsiteY9" fmla="*/ 0 h 579395"/>
              <a:gd name="connsiteX10" fmla="*/ 8977879 w 9486459"/>
              <a:gd name="connsiteY10" fmla="*/ 579395 h 579395"/>
              <a:gd name="connsiteX11" fmla="*/ 0 w 9486459"/>
              <a:gd name="connsiteY11" fmla="*/ 579395 h 579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486459" h="579395">
                <a:moveTo>
                  <a:pt x="9472293" y="0"/>
                </a:moveTo>
                <a:lnTo>
                  <a:pt x="9486459" y="0"/>
                </a:lnTo>
                <a:lnTo>
                  <a:pt x="9122539" y="579395"/>
                </a:lnTo>
                <a:lnTo>
                  <a:pt x="9108373" y="579395"/>
                </a:lnTo>
                <a:close/>
                <a:moveTo>
                  <a:pt x="9383852" y="0"/>
                </a:moveTo>
                <a:lnTo>
                  <a:pt x="9434831" y="0"/>
                </a:lnTo>
                <a:lnTo>
                  <a:pt x="9070911" y="579395"/>
                </a:lnTo>
                <a:lnTo>
                  <a:pt x="9019932" y="579395"/>
                </a:lnTo>
                <a:close/>
                <a:moveTo>
                  <a:pt x="0" y="0"/>
                </a:moveTo>
                <a:lnTo>
                  <a:pt x="9345418" y="0"/>
                </a:lnTo>
                <a:lnTo>
                  <a:pt x="8977879" y="579395"/>
                </a:lnTo>
                <a:lnTo>
                  <a:pt x="0" y="579395"/>
                </a:lnTo>
                <a:close/>
              </a:path>
            </a:pathLst>
          </a:custGeom>
          <a:pattFill prst="wdUpDiag">
            <a:fgClr>
              <a:srgbClr val="00449A"/>
            </a:fgClr>
            <a:bgClr>
              <a:srgbClr val="003A8F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/>
            <a:endParaRPr lang="zh-CN" altLang="en-US" sz="2400" dirty="0">
              <a:solidFill>
                <a:srgbClr val="0064B8"/>
              </a:solidFill>
            </a:endParaRPr>
          </a:p>
        </p:txBody>
      </p:sp>
      <p:grpSp>
        <p:nvGrpSpPr>
          <p:cNvPr id="4" name="组合 3"/>
          <p:cNvGrpSpPr/>
          <p:nvPr userDrawn="1"/>
        </p:nvGrpSpPr>
        <p:grpSpPr>
          <a:xfrm>
            <a:off x="82980" y="168759"/>
            <a:ext cx="192878" cy="208413"/>
            <a:chOff x="337460" y="322200"/>
            <a:chExt cx="257171" cy="208413"/>
          </a:xfrm>
        </p:grpSpPr>
        <p:sp>
          <p:nvSpPr>
            <p:cNvPr id="5" name="箭头: V 形 4"/>
            <p:cNvSpPr/>
            <p:nvPr userDrawn="1"/>
          </p:nvSpPr>
          <p:spPr>
            <a:xfrm>
              <a:off x="424769" y="322200"/>
              <a:ext cx="169862" cy="208413"/>
            </a:xfrm>
            <a:prstGeom prst="chevron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>
                <a:solidFill>
                  <a:schemeClr val="tx1"/>
                </a:solidFill>
              </a:endParaRPr>
            </a:p>
          </p:txBody>
        </p:sp>
        <p:sp>
          <p:nvSpPr>
            <p:cNvPr id="6" name="任意多边形: 形状 5"/>
            <p:cNvSpPr/>
            <p:nvPr userDrawn="1"/>
          </p:nvSpPr>
          <p:spPr>
            <a:xfrm>
              <a:off x="371973" y="322200"/>
              <a:ext cx="120110" cy="208413"/>
            </a:xfrm>
            <a:custGeom>
              <a:avLst/>
              <a:gdLst>
                <a:gd name="connsiteX0" fmla="*/ 0 w 120110"/>
                <a:gd name="connsiteY0" fmla="*/ 0 h 208413"/>
                <a:gd name="connsiteX1" fmla="*/ 35179 w 120110"/>
                <a:gd name="connsiteY1" fmla="*/ 0 h 208413"/>
                <a:gd name="connsiteX2" fmla="*/ 120110 w 120110"/>
                <a:gd name="connsiteY2" fmla="*/ 104207 h 208413"/>
                <a:gd name="connsiteX3" fmla="*/ 35179 w 120110"/>
                <a:gd name="connsiteY3" fmla="*/ 208413 h 208413"/>
                <a:gd name="connsiteX4" fmla="*/ 0 w 120110"/>
                <a:gd name="connsiteY4" fmla="*/ 208413 h 208413"/>
                <a:gd name="connsiteX5" fmla="*/ 84931 w 120110"/>
                <a:gd name="connsiteY5" fmla="*/ 104207 h 208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0110" h="208413">
                  <a:moveTo>
                    <a:pt x="0" y="0"/>
                  </a:moveTo>
                  <a:lnTo>
                    <a:pt x="35179" y="0"/>
                  </a:lnTo>
                  <a:lnTo>
                    <a:pt x="120110" y="104207"/>
                  </a:lnTo>
                  <a:lnTo>
                    <a:pt x="35179" y="208413"/>
                  </a:lnTo>
                  <a:lnTo>
                    <a:pt x="0" y="208413"/>
                  </a:lnTo>
                  <a:lnTo>
                    <a:pt x="84931" y="10420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>
                <a:solidFill>
                  <a:schemeClr val="tx1"/>
                </a:solidFill>
              </a:endParaRPr>
            </a:p>
          </p:txBody>
        </p:sp>
        <p:sp>
          <p:nvSpPr>
            <p:cNvPr id="7" name="任意多边形: 形状 6"/>
            <p:cNvSpPr/>
            <p:nvPr userDrawn="1"/>
          </p:nvSpPr>
          <p:spPr>
            <a:xfrm>
              <a:off x="337460" y="322200"/>
              <a:ext cx="101826" cy="208413"/>
            </a:xfrm>
            <a:custGeom>
              <a:avLst/>
              <a:gdLst>
                <a:gd name="connsiteX0" fmla="*/ 0 w 101826"/>
                <a:gd name="connsiteY0" fmla="*/ 0 h 208413"/>
                <a:gd name="connsiteX1" fmla="*/ 16895 w 101826"/>
                <a:gd name="connsiteY1" fmla="*/ 0 h 208413"/>
                <a:gd name="connsiteX2" fmla="*/ 101826 w 101826"/>
                <a:gd name="connsiteY2" fmla="*/ 104207 h 208413"/>
                <a:gd name="connsiteX3" fmla="*/ 16895 w 101826"/>
                <a:gd name="connsiteY3" fmla="*/ 208413 h 208413"/>
                <a:gd name="connsiteX4" fmla="*/ 0 w 101826"/>
                <a:gd name="connsiteY4" fmla="*/ 208413 h 208413"/>
                <a:gd name="connsiteX5" fmla="*/ 84931 w 101826"/>
                <a:gd name="connsiteY5" fmla="*/ 104207 h 2084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1826" h="208413">
                  <a:moveTo>
                    <a:pt x="0" y="0"/>
                  </a:moveTo>
                  <a:lnTo>
                    <a:pt x="16895" y="0"/>
                  </a:lnTo>
                  <a:lnTo>
                    <a:pt x="101826" y="104207"/>
                  </a:lnTo>
                  <a:lnTo>
                    <a:pt x="16895" y="208413"/>
                  </a:lnTo>
                  <a:lnTo>
                    <a:pt x="0" y="208413"/>
                  </a:lnTo>
                  <a:lnTo>
                    <a:pt x="84931" y="10420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800">
                <a:solidFill>
                  <a:schemeClr val="tx1"/>
                </a:solidFill>
              </a:endParaRPr>
            </a:p>
          </p:txBody>
        </p:sp>
      </p:grpSp>
      <p:sp>
        <p:nvSpPr>
          <p:cNvPr id="12" name="文本占位符 11"/>
          <p:cNvSpPr>
            <a:spLocks noGrp="1"/>
          </p:cNvSpPr>
          <p:nvPr>
            <p:ph type="body" sz="quarter" idx="12" hasCustomPrompt="1"/>
          </p:nvPr>
        </p:nvSpPr>
        <p:spPr>
          <a:xfrm>
            <a:off x="332271" y="48077"/>
            <a:ext cx="6725234" cy="507831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800" b="1" spc="300">
                <a:solidFill>
                  <a:schemeClr val="bg1"/>
                </a:solidFill>
                <a:latin typeface="+mj-ea"/>
                <a:ea typeface="+mj-ea"/>
              </a:defRPr>
            </a:lvl1pPr>
            <a:lvl2pPr marL="457200" indent="0">
              <a:buFontTx/>
              <a:buNone/>
              <a:defRPr sz="2800" b="1">
                <a:solidFill>
                  <a:schemeClr val="bg1"/>
                </a:solidFill>
                <a:latin typeface="+mj-ea"/>
                <a:ea typeface="+mj-ea"/>
              </a:defRPr>
            </a:lvl2pPr>
            <a:lvl3pPr marL="914400" indent="0">
              <a:buFontTx/>
              <a:buNone/>
              <a:defRPr sz="2800" b="1">
                <a:solidFill>
                  <a:schemeClr val="bg1"/>
                </a:solidFill>
                <a:latin typeface="+mj-ea"/>
                <a:ea typeface="+mj-ea"/>
              </a:defRPr>
            </a:lvl3pPr>
            <a:lvl4pPr marL="1371600" indent="0">
              <a:buFontTx/>
              <a:buNone/>
              <a:defRPr sz="2800" b="1">
                <a:solidFill>
                  <a:schemeClr val="bg1"/>
                </a:solidFill>
                <a:latin typeface="+mj-ea"/>
                <a:ea typeface="+mj-ea"/>
              </a:defRPr>
            </a:lvl4pPr>
            <a:lvl5pPr marL="1828800" indent="0">
              <a:buFontTx/>
              <a:buNone/>
              <a:defRPr sz="2800" b="1">
                <a:solidFill>
                  <a:schemeClr val="bg1"/>
                </a:solidFill>
                <a:latin typeface="+mj-ea"/>
                <a:ea typeface="+mj-ea"/>
              </a:defRPr>
            </a:lvl5pPr>
          </a:lstStyle>
          <a:p>
            <a:pPr lvl="0"/>
            <a:r>
              <a:rPr lang="en-US" altLang="zh-CN" dirty="0"/>
              <a:t>Click to edit Master title style</a:t>
            </a:r>
          </a:p>
        </p:txBody>
      </p:sp>
      <p:grpSp>
        <p:nvGrpSpPr>
          <p:cNvPr id="17" name="组合 16"/>
          <p:cNvGrpSpPr/>
          <p:nvPr userDrawn="1"/>
        </p:nvGrpSpPr>
        <p:grpSpPr>
          <a:xfrm>
            <a:off x="500063" y="6520363"/>
            <a:ext cx="8143875" cy="0"/>
            <a:chOff x="666750" y="6520363"/>
            <a:chExt cx="10858500" cy="0"/>
          </a:xfrm>
        </p:grpSpPr>
        <p:cxnSp>
          <p:nvCxnSpPr>
            <p:cNvPr id="15" name="直接连接符 14"/>
            <p:cNvCxnSpPr/>
            <p:nvPr userDrawn="1"/>
          </p:nvCxnSpPr>
          <p:spPr>
            <a:xfrm flipH="1">
              <a:off x="7049084" y="6520363"/>
              <a:ext cx="4476166" cy="0"/>
            </a:xfrm>
            <a:prstGeom prst="line">
              <a:avLst/>
            </a:prstGeom>
            <a:ln w="254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 userDrawn="1"/>
          </p:nvCxnSpPr>
          <p:spPr>
            <a:xfrm flipH="1">
              <a:off x="666750" y="6520363"/>
              <a:ext cx="4476166" cy="0"/>
            </a:xfrm>
            <a:prstGeom prst="line">
              <a:avLst/>
            </a:prstGeom>
            <a:ln w="254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矩形 9"/>
          <p:cNvSpPr/>
          <p:nvPr userDrawn="1"/>
        </p:nvSpPr>
        <p:spPr>
          <a:xfrm>
            <a:off x="198947" y="728041"/>
            <a:ext cx="128586" cy="370486"/>
          </a:xfrm>
          <a:prstGeom prst="rect">
            <a:avLst/>
          </a:prstGeom>
          <a:solidFill>
            <a:srgbClr val="E389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21" name="内容占位符 2"/>
          <p:cNvSpPr>
            <a:spLocks noGrp="1"/>
          </p:cNvSpPr>
          <p:nvPr>
            <p:ph sz="quarter" idx="13"/>
          </p:nvPr>
        </p:nvSpPr>
        <p:spPr>
          <a:xfrm>
            <a:off x="324986" y="724665"/>
            <a:ext cx="8005763" cy="370501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 b="1">
                <a:solidFill>
                  <a:schemeClr val="tx2"/>
                </a:solidFill>
                <a:latin typeface="+mj-ea"/>
                <a:ea typeface="+mj-ea"/>
              </a:defRPr>
            </a:lvl1pPr>
            <a:lvl2pPr marL="457200" indent="0">
              <a:buFontTx/>
              <a:buNone/>
              <a:defRPr sz="2400" b="1">
                <a:solidFill>
                  <a:schemeClr val="tx1"/>
                </a:solidFill>
                <a:latin typeface="+mj-ea"/>
                <a:ea typeface="+mj-ea"/>
              </a:defRPr>
            </a:lvl2pPr>
            <a:lvl3pPr marL="914400" indent="0">
              <a:buFontTx/>
              <a:buNone/>
              <a:defRPr sz="2400" b="1">
                <a:solidFill>
                  <a:schemeClr val="tx1"/>
                </a:solidFill>
                <a:latin typeface="+mj-ea"/>
                <a:ea typeface="+mj-ea"/>
              </a:defRPr>
            </a:lvl3pPr>
            <a:lvl4pPr marL="1371600" indent="0">
              <a:buFontTx/>
              <a:buNone/>
              <a:defRPr sz="2400" b="1">
                <a:solidFill>
                  <a:schemeClr val="tx1"/>
                </a:solidFill>
                <a:latin typeface="+mj-ea"/>
                <a:ea typeface="+mj-ea"/>
              </a:defRPr>
            </a:lvl4pPr>
            <a:lvl5pPr marL="1828800" indent="0">
              <a:buFontTx/>
              <a:buNone/>
              <a:defRPr sz="2400" b="1">
                <a:solidFill>
                  <a:schemeClr val="tx1"/>
                </a:solidFill>
                <a:latin typeface="+mj-ea"/>
                <a:ea typeface="+mj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48451" y="33731"/>
            <a:ext cx="1613905" cy="522175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384D278C-6CE4-A965-63DF-66FBCD3EDA05}"/>
              </a:ext>
            </a:extLst>
          </p:cNvPr>
          <p:cNvSpPr/>
          <p:nvPr userDrawn="1"/>
        </p:nvSpPr>
        <p:spPr>
          <a:xfrm>
            <a:off x="3841505" y="6415684"/>
            <a:ext cx="1556972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zh-CN" sz="1200" b="1" spc="300" dirty="0">
                <a:solidFill>
                  <a:schemeClr val="tx2"/>
                </a:solidFill>
                <a:latin typeface="+mj-ea"/>
                <a:ea typeface="+mj-ea"/>
              </a:rPr>
              <a:t>AIDING Lab</a:t>
            </a:r>
            <a:endParaRPr lang="zh-CN" altLang="en-US" sz="1200" b="1" spc="300" dirty="0">
              <a:solidFill>
                <a:schemeClr val="tx2"/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内容占位符 2"/>
          <p:cNvSpPr>
            <a:spLocks noGrp="1"/>
          </p:cNvSpPr>
          <p:nvPr>
            <p:ph sz="quarter" idx="13"/>
          </p:nvPr>
        </p:nvSpPr>
        <p:spPr>
          <a:xfrm>
            <a:off x="2990630" y="5730245"/>
            <a:ext cx="2942339" cy="370501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FontTx/>
              <a:buNone/>
              <a:defRPr sz="2400" b="1">
                <a:solidFill>
                  <a:schemeClr val="tx1"/>
                </a:solidFill>
                <a:latin typeface="+mj-ea"/>
                <a:ea typeface="+mj-ea"/>
              </a:defRPr>
            </a:lvl2pPr>
            <a:lvl3pPr marL="914400" indent="0">
              <a:buFontTx/>
              <a:buNone/>
              <a:defRPr sz="2400" b="1">
                <a:solidFill>
                  <a:schemeClr val="tx1"/>
                </a:solidFill>
                <a:latin typeface="+mj-ea"/>
                <a:ea typeface="+mj-ea"/>
              </a:defRPr>
            </a:lvl3pPr>
            <a:lvl4pPr marL="1371600" indent="0">
              <a:buFontTx/>
              <a:buNone/>
              <a:defRPr sz="2400" b="1">
                <a:solidFill>
                  <a:schemeClr val="tx1"/>
                </a:solidFill>
                <a:latin typeface="+mj-ea"/>
                <a:ea typeface="+mj-ea"/>
              </a:defRPr>
            </a:lvl4pPr>
            <a:lvl5pPr marL="1828800" indent="0">
              <a:buFontTx/>
              <a:buNone/>
              <a:defRPr sz="2400" b="1">
                <a:solidFill>
                  <a:schemeClr val="tx1"/>
                </a:solidFill>
                <a:latin typeface="+mj-ea"/>
                <a:ea typeface="+mj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2" name="内容占位符 2"/>
          <p:cNvSpPr>
            <a:spLocks noGrp="1"/>
          </p:cNvSpPr>
          <p:nvPr>
            <p:ph sz="quarter" idx="14" hasCustomPrompt="1"/>
          </p:nvPr>
        </p:nvSpPr>
        <p:spPr>
          <a:xfrm>
            <a:off x="4257066" y="4702431"/>
            <a:ext cx="629868" cy="370501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FontTx/>
              <a:buNone/>
              <a:defRPr sz="2400" b="1">
                <a:solidFill>
                  <a:schemeClr val="tx1"/>
                </a:solidFill>
                <a:latin typeface="+mj-ea"/>
                <a:ea typeface="+mj-ea"/>
              </a:defRPr>
            </a:lvl2pPr>
            <a:lvl3pPr marL="914400" indent="0">
              <a:buFontTx/>
              <a:buNone/>
              <a:defRPr sz="2400" b="1">
                <a:solidFill>
                  <a:schemeClr val="tx1"/>
                </a:solidFill>
                <a:latin typeface="+mj-ea"/>
                <a:ea typeface="+mj-ea"/>
              </a:defRPr>
            </a:lvl3pPr>
            <a:lvl4pPr marL="1371600" indent="0">
              <a:buFontTx/>
              <a:buNone/>
              <a:defRPr sz="2400" b="1">
                <a:solidFill>
                  <a:schemeClr val="tx1"/>
                </a:solidFill>
                <a:latin typeface="+mj-ea"/>
                <a:ea typeface="+mj-ea"/>
              </a:defRPr>
            </a:lvl4pPr>
            <a:lvl5pPr marL="1828800" indent="0">
              <a:buFontTx/>
              <a:buNone/>
              <a:defRPr sz="2400" b="1">
                <a:solidFill>
                  <a:schemeClr val="tx1"/>
                </a:solidFill>
                <a:latin typeface="+mj-ea"/>
                <a:ea typeface="+mj-ea"/>
              </a:defRPr>
            </a:lvl5pPr>
          </a:lstStyle>
          <a:p>
            <a:pPr lvl="0"/>
            <a:r>
              <a:rPr lang="zh-CN" altLang="en-US" dirty="0"/>
              <a:t>数字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容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5"/>
          <p:cNvSpPr>
            <a:spLocks noGrp="1"/>
          </p:cNvSpPr>
          <p:nvPr>
            <p:ph type="body" sz="quarter" idx="12" hasCustomPrompt="1"/>
          </p:nvPr>
        </p:nvSpPr>
        <p:spPr>
          <a:xfrm>
            <a:off x="2" y="223935"/>
            <a:ext cx="727787" cy="652366"/>
          </a:xfrm>
          <a:prstGeom prst="rect">
            <a:avLst/>
          </a:prstGeom>
          <a:solidFill>
            <a:schemeClr val="accent1">
              <a:lumMod val="75000"/>
            </a:schemeClr>
          </a:solidFill>
          <a:effectLst>
            <a:outerShdw blurRad="88900" sx="102000" sy="102000" algn="ctr" rotWithShape="0">
              <a:prstClr val="black">
                <a:alpha val="25000"/>
              </a:prstClr>
            </a:outerShdw>
          </a:effectLst>
        </p:spPr>
        <p:txBody>
          <a:bodyPr anchor="ctr"/>
          <a:lstStyle>
            <a:lvl1pPr marL="0" indent="0"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kumimoji="1" lang="en-US" altLang="zh-CN" dirty="0"/>
              <a:t>00</a:t>
            </a:r>
            <a:endParaRPr kumimoji="1" lang="zh-CN" altLang="en-US" dirty="0"/>
          </a:p>
        </p:txBody>
      </p:sp>
      <p:sp>
        <p:nvSpPr>
          <p:cNvPr id="3" name="文本占位符 5"/>
          <p:cNvSpPr>
            <a:spLocks noGrp="1"/>
          </p:cNvSpPr>
          <p:nvPr>
            <p:ph type="body" sz="quarter" idx="13"/>
          </p:nvPr>
        </p:nvSpPr>
        <p:spPr>
          <a:xfrm>
            <a:off x="832562" y="223935"/>
            <a:ext cx="4826259" cy="652366"/>
          </a:xfrm>
          <a:prstGeom prst="rect">
            <a:avLst/>
          </a:prstGeom>
          <a:noFill/>
        </p:spPr>
        <p:txBody>
          <a:bodyPr anchor="ctr"/>
          <a:lstStyle>
            <a:lvl1pPr marL="0" indent="0">
              <a:lnSpc>
                <a:spcPct val="100000"/>
              </a:lnSpc>
              <a:buNone/>
              <a:defRPr sz="2800" b="1">
                <a:solidFill>
                  <a:schemeClr val="accent1">
                    <a:lumMod val="75000"/>
                  </a:schemeClr>
                </a:solidFill>
                <a:effectLst>
                  <a:outerShdw blurRad="88900" sx="102000" sy="102000" algn="ctr" rotWithShape="0">
                    <a:prstClr val="black">
                      <a:alpha val="25000"/>
                    </a:prst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段文字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任意多边形: 形状 18"/>
          <p:cNvSpPr/>
          <p:nvPr userDrawn="1"/>
        </p:nvSpPr>
        <p:spPr>
          <a:xfrm>
            <a:off x="1" y="0"/>
            <a:ext cx="7330606" cy="579395"/>
          </a:xfrm>
          <a:custGeom>
            <a:avLst/>
            <a:gdLst>
              <a:gd name="connsiteX0" fmla="*/ 9472293 w 9486459"/>
              <a:gd name="connsiteY0" fmla="*/ 0 h 579395"/>
              <a:gd name="connsiteX1" fmla="*/ 9486459 w 9486459"/>
              <a:gd name="connsiteY1" fmla="*/ 0 h 579395"/>
              <a:gd name="connsiteX2" fmla="*/ 9122539 w 9486459"/>
              <a:gd name="connsiteY2" fmla="*/ 579395 h 579395"/>
              <a:gd name="connsiteX3" fmla="*/ 9108373 w 9486459"/>
              <a:gd name="connsiteY3" fmla="*/ 579395 h 579395"/>
              <a:gd name="connsiteX4" fmla="*/ 9383852 w 9486459"/>
              <a:gd name="connsiteY4" fmla="*/ 0 h 579395"/>
              <a:gd name="connsiteX5" fmla="*/ 9434831 w 9486459"/>
              <a:gd name="connsiteY5" fmla="*/ 0 h 579395"/>
              <a:gd name="connsiteX6" fmla="*/ 9070911 w 9486459"/>
              <a:gd name="connsiteY6" fmla="*/ 579395 h 579395"/>
              <a:gd name="connsiteX7" fmla="*/ 9019932 w 9486459"/>
              <a:gd name="connsiteY7" fmla="*/ 579395 h 579395"/>
              <a:gd name="connsiteX8" fmla="*/ 0 w 9486459"/>
              <a:gd name="connsiteY8" fmla="*/ 0 h 579395"/>
              <a:gd name="connsiteX9" fmla="*/ 9345418 w 9486459"/>
              <a:gd name="connsiteY9" fmla="*/ 0 h 579395"/>
              <a:gd name="connsiteX10" fmla="*/ 8977879 w 9486459"/>
              <a:gd name="connsiteY10" fmla="*/ 579395 h 579395"/>
              <a:gd name="connsiteX11" fmla="*/ 0 w 9486459"/>
              <a:gd name="connsiteY11" fmla="*/ 579395 h 579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486459" h="579395">
                <a:moveTo>
                  <a:pt x="9472293" y="0"/>
                </a:moveTo>
                <a:lnTo>
                  <a:pt x="9486459" y="0"/>
                </a:lnTo>
                <a:lnTo>
                  <a:pt x="9122539" y="579395"/>
                </a:lnTo>
                <a:lnTo>
                  <a:pt x="9108373" y="579395"/>
                </a:lnTo>
                <a:close/>
                <a:moveTo>
                  <a:pt x="9383852" y="0"/>
                </a:moveTo>
                <a:lnTo>
                  <a:pt x="9434831" y="0"/>
                </a:lnTo>
                <a:lnTo>
                  <a:pt x="9070911" y="579395"/>
                </a:lnTo>
                <a:lnTo>
                  <a:pt x="9019932" y="579395"/>
                </a:lnTo>
                <a:close/>
                <a:moveTo>
                  <a:pt x="0" y="0"/>
                </a:moveTo>
                <a:lnTo>
                  <a:pt x="9345418" y="0"/>
                </a:lnTo>
                <a:lnTo>
                  <a:pt x="8977879" y="579395"/>
                </a:lnTo>
                <a:lnTo>
                  <a:pt x="0" y="579395"/>
                </a:lnTo>
                <a:close/>
              </a:path>
            </a:pathLst>
          </a:custGeom>
          <a:pattFill prst="wdUpDiag">
            <a:fgClr>
              <a:srgbClr val="00449A"/>
            </a:fgClr>
            <a:bgClr>
              <a:srgbClr val="003A8F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lvl="0" algn="ctr"/>
            <a:endParaRPr lang="zh-CN" altLang="en-US" sz="2400" dirty="0">
              <a:solidFill>
                <a:srgbClr val="0064B8"/>
              </a:solidFill>
            </a:endParaRPr>
          </a:p>
        </p:txBody>
      </p:sp>
      <p:sp>
        <p:nvSpPr>
          <p:cNvPr id="12" name="文本占位符 11"/>
          <p:cNvSpPr>
            <a:spLocks noGrp="1"/>
          </p:cNvSpPr>
          <p:nvPr>
            <p:ph type="body" sz="quarter" idx="12" hasCustomPrompt="1"/>
          </p:nvPr>
        </p:nvSpPr>
        <p:spPr>
          <a:xfrm>
            <a:off x="360704" y="48077"/>
            <a:ext cx="6930305" cy="507831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2800" b="1" spc="3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FontTx/>
              <a:buNone/>
              <a:defRPr sz="2800" b="1">
                <a:solidFill>
                  <a:schemeClr val="bg1"/>
                </a:solidFill>
                <a:latin typeface="+mj-ea"/>
                <a:ea typeface="+mj-ea"/>
              </a:defRPr>
            </a:lvl2pPr>
            <a:lvl3pPr marL="914400" indent="0">
              <a:buFontTx/>
              <a:buNone/>
              <a:defRPr sz="2800" b="1">
                <a:solidFill>
                  <a:schemeClr val="bg1"/>
                </a:solidFill>
                <a:latin typeface="+mj-ea"/>
                <a:ea typeface="+mj-ea"/>
              </a:defRPr>
            </a:lvl3pPr>
            <a:lvl4pPr marL="1371600" indent="0">
              <a:buFontTx/>
              <a:buNone/>
              <a:defRPr sz="2800" b="1">
                <a:solidFill>
                  <a:schemeClr val="bg1"/>
                </a:solidFill>
                <a:latin typeface="+mj-ea"/>
                <a:ea typeface="+mj-ea"/>
              </a:defRPr>
            </a:lvl4pPr>
            <a:lvl5pPr marL="1828800" indent="0">
              <a:buFontTx/>
              <a:buNone/>
              <a:defRPr sz="2800" b="1">
                <a:solidFill>
                  <a:schemeClr val="bg1"/>
                </a:solidFill>
                <a:latin typeface="+mj-ea"/>
                <a:ea typeface="+mj-ea"/>
              </a:defRPr>
            </a:lvl5pPr>
          </a:lstStyle>
          <a:p>
            <a:pPr lvl="0"/>
            <a:r>
              <a:rPr lang="en-US" altLang="zh-CN" dirty="0"/>
              <a:t>Click to edit Master title style</a:t>
            </a:r>
          </a:p>
        </p:txBody>
      </p:sp>
      <p:grpSp>
        <p:nvGrpSpPr>
          <p:cNvPr id="17" name="组合 16"/>
          <p:cNvGrpSpPr/>
          <p:nvPr userDrawn="1"/>
        </p:nvGrpSpPr>
        <p:grpSpPr>
          <a:xfrm>
            <a:off x="500063" y="6644503"/>
            <a:ext cx="8143875" cy="0"/>
            <a:chOff x="666750" y="6520363"/>
            <a:chExt cx="10858500" cy="0"/>
          </a:xfrm>
        </p:grpSpPr>
        <p:cxnSp>
          <p:nvCxnSpPr>
            <p:cNvPr id="15" name="直接连接符 14"/>
            <p:cNvCxnSpPr/>
            <p:nvPr userDrawn="1"/>
          </p:nvCxnSpPr>
          <p:spPr>
            <a:xfrm flipH="1">
              <a:off x="7049084" y="6520363"/>
              <a:ext cx="4476166" cy="0"/>
            </a:xfrm>
            <a:prstGeom prst="line">
              <a:avLst/>
            </a:prstGeom>
            <a:ln w="254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 userDrawn="1"/>
          </p:nvCxnSpPr>
          <p:spPr>
            <a:xfrm flipH="1">
              <a:off x="666750" y="6520363"/>
              <a:ext cx="4476166" cy="0"/>
            </a:xfrm>
            <a:prstGeom prst="line">
              <a:avLst/>
            </a:prstGeom>
            <a:ln w="254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矩形 9"/>
          <p:cNvSpPr/>
          <p:nvPr userDrawn="1"/>
        </p:nvSpPr>
        <p:spPr>
          <a:xfrm>
            <a:off x="141894" y="691431"/>
            <a:ext cx="128586" cy="370486"/>
          </a:xfrm>
          <a:prstGeom prst="rect">
            <a:avLst/>
          </a:prstGeom>
          <a:solidFill>
            <a:srgbClr val="E389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21" name="内容占位符 2"/>
          <p:cNvSpPr>
            <a:spLocks noGrp="1"/>
          </p:cNvSpPr>
          <p:nvPr>
            <p:ph sz="quarter" idx="13"/>
          </p:nvPr>
        </p:nvSpPr>
        <p:spPr>
          <a:xfrm>
            <a:off x="267933" y="688055"/>
            <a:ext cx="8005763" cy="370501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2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FontTx/>
              <a:buNone/>
              <a:defRPr sz="2400" b="1">
                <a:solidFill>
                  <a:schemeClr val="tx1"/>
                </a:solidFill>
                <a:latin typeface="+mj-ea"/>
                <a:ea typeface="+mj-ea"/>
              </a:defRPr>
            </a:lvl2pPr>
            <a:lvl3pPr marL="914400" indent="0">
              <a:buFontTx/>
              <a:buNone/>
              <a:defRPr sz="2400" b="1">
                <a:solidFill>
                  <a:schemeClr val="tx1"/>
                </a:solidFill>
                <a:latin typeface="+mj-ea"/>
                <a:ea typeface="+mj-ea"/>
              </a:defRPr>
            </a:lvl3pPr>
            <a:lvl4pPr marL="1371600" indent="0">
              <a:buFontTx/>
              <a:buNone/>
              <a:defRPr sz="2400" b="1">
                <a:solidFill>
                  <a:schemeClr val="tx1"/>
                </a:solidFill>
                <a:latin typeface="+mj-ea"/>
                <a:ea typeface="+mj-ea"/>
              </a:defRPr>
            </a:lvl4pPr>
            <a:lvl5pPr marL="1828800" indent="0">
              <a:buFontTx/>
              <a:buNone/>
              <a:defRPr sz="2400" b="1">
                <a:solidFill>
                  <a:schemeClr val="tx1"/>
                </a:solidFill>
                <a:latin typeface="+mj-ea"/>
                <a:ea typeface="+mj-ea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30607" y="29431"/>
            <a:ext cx="1697384" cy="526477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5"/>
          </p:nvPr>
        </p:nvSpPr>
        <p:spPr>
          <a:xfrm>
            <a:off x="3028950" y="6329973"/>
            <a:ext cx="30861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6"/>
          </p:nvPr>
        </p:nvSpPr>
        <p:spPr>
          <a:xfrm>
            <a:off x="7038155" y="6461940"/>
            <a:ext cx="2057400" cy="365125"/>
          </a:xfr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3A03BE5-ABA4-7E50-96DC-0A2BD84382EA}"/>
              </a:ext>
            </a:extLst>
          </p:cNvPr>
          <p:cNvSpPr/>
          <p:nvPr userDrawn="1"/>
        </p:nvSpPr>
        <p:spPr>
          <a:xfrm>
            <a:off x="3841505" y="6512396"/>
            <a:ext cx="1556972" cy="276999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en-US" altLang="zh-CN" sz="1200" b="1" spc="300" dirty="0">
                <a:solidFill>
                  <a:schemeClr val="tx2"/>
                </a:solidFill>
                <a:latin typeface="+mj-ea"/>
                <a:ea typeface="+mj-ea"/>
              </a:rPr>
              <a:t>AIDING Lab</a:t>
            </a:r>
            <a:endParaRPr lang="zh-CN" altLang="en-US" sz="1200" b="1" spc="300" dirty="0">
              <a:solidFill>
                <a:schemeClr val="tx2"/>
              </a:solidFill>
              <a:latin typeface="+mj-ea"/>
              <a:ea typeface="+mj-ea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8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7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pattFill prst="dotGrid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>
            <a:alphaModFix amt="4000"/>
          </a:blip>
          <a:stretch>
            <a:fillRect/>
          </a:stretch>
        </p:blipFill>
        <p:spPr>
          <a:xfrm>
            <a:off x="3300153" y="-308113"/>
            <a:ext cx="7148945" cy="716611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2"/>
            <a:ext cx="9144000" cy="3544357"/>
          </a:xfrm>
          <a:prstGeom prst="rect">
            <a:avLst/>
          </a:prstGeom>
        </p:spPr>
      </p:pic>
      <p:sp>
        <p:nvSpPr>
          <p:cNvPr id="9" name="Rectangle 8"/>
          <p:cNvSpPr/>
          <p:nvPr userDrawn="1"/>
        </p:nvSpPr>
        <p:spPr>
          <a:xfrm>
            <a:off x="1" y="2"/>
            <a:ext cx="9143999" cy="3544357"/>
          </a:xfrm>
          <a:prstGeom prst="rect">
            <a:avLst/>
          </a:prstGeom>
          <a:solidFill>
            <a:srgbClr val="0064B8">
              <a:alpha val="7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  <p:sldLayoutId id="2147483667" r:id="rId12"/>
    <p:sldLayoutId id="2147483668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/>
          <p:cNvPicPr>
            <a:picLocks noChangeAspect="1"/>
          </p:cNvPicPr>
          <p:nvPr/>
        </p:nvPicPr>
        <p:blipFill>
          <a:blip r:embed="rId3">
            <a:alphaModFix amt="4000"/>
          </a:blip>
          <a:stretch>
            <a:fillRect/>
          </a:stretch>
        </p:blipFill>
        <p:spPr>
          <a:xfrm>
            <a:off x="4876471" y="0"/>
            <a:ext cx="6853910" cy="6853910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620486" y="1635510"/>
            <a:ext cx="9764486" cy="3482188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1273" y="510362"/>
            <a:ext cx="9144000" cy="5784112"/>
          </a:xfrm>
          <a:prstGeom prst="rect">
            <a:avLst/>
          </a:prstGeom>
          <a:solidFill>
            <a:srgbClr val="0064B8">
              <a:alpha val="7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1284516" y="185907"/>
            <a:ext cx="6901543" cy="65229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127591" y="1095410"/>
            <a:ext cx="8921021" cy="523220"/>
          </a:xfrm>
          <a:prstGeom prst="rect">
            <a:avLst/>
          </a:prstGeom>
          <a:effectLst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2800" b="1" spc="3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Title</a:t>
            </a:r>
          </a:p>
        </p:txBody>
      </p:sp>
      <p:sp>
        <p:nvSpPr>
          <p:cNvPr id="12" name="矩形 11"/>
          <p:cNvSpPr/>
          <p:nvPr/>
        </p:nvSpPr>
        <p:spPr>
          <a:xfrm>
            <a:off x="2636742" y="2970735"/>
            <a:ext cx="5297315" cy="46644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16" name="Freeform 25"/>
          <p:cNvSpPr>
            <a:spLocks noEditPoints="1"/>
          </p:cNvSpPr>
          <p:nvPr/>
        </p:nvSpPr>
        <p:spPr bwMode="auto">
          <a:xfrm>
            <a:off x="5896219" y="3114175"/>
            <a:ext cx="130969" cy="119856"/>
          </a:xfrm>
          <a:custGeom>
            <a:avLst/>
            <a:gdLst>
              <a:gd name="T0" fmla="*/ 35 w 70"/>
              <a:gd name="T1" fmla="*/ 0 h 64"/>
              <a:gd name="T2" fmla="*/ 12 w 70"/>
              <a:gd name="T3" fmla="*/ 10 h 64"/>
              <a:gd name="T4" fmla="*/ 12 w 70"/>
              <a:gd name="T5" fmla="*/ 55 h 64"/>
              <a:gd name="T6" fmla="*/ 35 w 70"/>
              <a:gd name="T7" fmla="*/ 64 h 64"/>
              <a:gd name="T8" fmla="*/ 57 w 70"/>
              <a:gd name="T9" fmla="*/ 55 h 64"/>
              <a:gd name="T10" fmla="*/ 57 w 70"/>
              <a:gd name="T11" fmla="*/ 10 h 64"/>
              <a:gd name="T12" fmla="*/ 35 w 70"/>
              <a:gd name="T13" fmla="*/ 0 h 64"/>
              <a:gd name="T14" fmla="*/ 54 w 70"/>
              <a:gd name="T15" fmla="*/ 52 h 64"/>
              <a:gd name="T16" fmla="*/ 35 w 70"/>
              <a:gd name="T17" fmla="*/ 60 h 64"/>
              <a:gd name="T18" fmla="*/ 15 w 70"/>
              <a:gd name="T19" fmla="*/ 52 h 64"/>
              <a:gd name="T20" fmla="*/ 7 w 70"/>
              <a:gd name="T21" fmla="*/ 32 h 64"/>
              <a:gd name="T22" fmla="*/ 15 w 70"/>
              <a:gd name="T23" fmla="*/ 13 h 64"/>
              <a:gd name="T24" fmla="*/ 35 w 70"/>
              <a:gd name="T25" fmla="*/ 5 h 64"/>
              <a:gd name="T26" fmla="*/ 54 w 70"/>
              <a:gd name="T27" fmla="*/ 13 h 64"/>
              <a:gd name="T28" fmla="*/ 62 w 70"/>
              <a:gd name="T29" fmla="*/ 32 h 64"/>
              <a:gd name="T30" fmla="*/ 54 w 70"/>
              <a:gd name="T31" fmla="*/ 52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70" h="64">
                <a:moveTo>
                  <a:pt x="35" y="0"/>
                </a:moveTo>
                <a:cubicBezTo>
                  <a:pt x="26" y="0"/>
                  <a:pt x="18" y="4"/>
                  <a:pt x="12" y="10"/>
                </a:cubicBezTo>
                <a:cubicBezTo>
                  <a:pt x="0" y="22"/>
                  <a:pt x="0" y="42"/>
                  <a:pt x="12" y="55"/>
                </a:cubicBezTo>
                <a:cubicBezTo>
                  <a:pt x="18" y="61"/>
                  <a:pt x="26" y="64"/>
                  <a:pt x="35" y="64"/>
                </a:cubicBezTo>
                <a:cubicBezTo>
                  <a:pt x="43" y="64"/>
                  <a:pt x="51" y="61"/>
                  <a:pt x="57" y="55"/>
                </a:cubicBezTo>
                <a:cubicBezTo>
                  <a:pt x="70" y="42"/>
                  <a:pt x="70" y="22"/>
                  <a:pt x="57" y="10"/>
                </a:cubicBezTo>
                <a:cubicBezTo>
                  <a:pt x="51" y="4"/>
                  <a:pt x="43" y="0"/>
                  <a:pt x="35" y="0"/>
                </a:cubicBezTo>
                <a:close/>
                <a:moveTo>
                  <a:pt x="54" y="52"/>
                </a:moveTo>
                <a:cubicBezTo>
                  <a:pt x="49" y="57"/>
                  <a:pt x="42" y="60"/>
                  <a:pt x="35" y="60"/>
                </a:cubicBezTo>
                <a:cubicBezTo>
                  <a:pt x="27" y="60"/>
                  <a:pt x="21" y="57"/>
                  <a:pt x="15" y="52"/>
                </a:cubicBezTo>
                <a:cubicBezTo>
                  <a:pt x="10" y="46"/>
                  <a:pt x="7" y="40"/>
                  <a:pt x="7" y="32"/>
                </a:cubicBezTo>
                <a:cubicBezTo>
                  <a:pt x="7" y="25"/>
                  <a:pt x="10" y="18"/>
                  <a:pt x="15" y="13"/>
                </a:cubicBezTo>
                <a:cubicBezTo>
                  <a:pt x="21" y="8"/>
                  <a:pt x="27" y="5"/>
                  <a:pt x="35" y="5"/>
                </a:cubicBezTo>
                <a:cubicBezTo>
                  <a:pt x="42" y="5"/>
                  <a:pt x="49" y="8"/>
                  <a:pt x="54" y="13"/>
                </a:cubicBezTo>
                <a:cubicBezTo>
                  <a:pt x="59" y="18"/>
                  <a:pt x="62" y="25"/>
                  <a:pt x="62" y="32"/>
                </a:cubicBezTo>
                <a:cubicBezTo>
                  <a:pt x="62" y="40"/>
                  <a:pt x="59" y="46"/>
                  <a:pt x="54" y="52"/>
                </a:cubicBezTo>
                <a:close/>
              </a:path>
            </a:pathLst>
          </a:custGeom>
          <a:solidFill>
            <a:srgbClr val="505A6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5896219" y="5117698"/>
            <a:ext cx="3450185" cy="75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5000"/>
              </a:lnSpc>
            </a:pPr>
            <a:r>
              <a:rPr kumimoji="1"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Speaker</a:t>
            </a:r>
            <a:r>
              <a:rPr kumimoji="1"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  <a:r>
              <a:rPr kumimoji="1"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xxx</a:t>
            </a:r>
          </a:p>
          <a:p>
            <a:pPr algn="ctr">
              <a:lnSpc>
                <a:spcPct val="125000"/>
              </a:lnSpc>
            </a:pPr>
            <a:r>
              <a:rPr kumimoji="1" lang="en-US" altLang="zh-CN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2026-03-15</a:t>
            </a:r>
            <a:endParaRPr kumimoji="1" lang="zh-CN" altLang="en-US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DD169C8-0DC9-FD19-8473-01CACFEE4F79}"/>
              </a:ext>
            </a:extLst>
          </p:cNvPr>
          <p:cNvSpPr/>
          <p:nvPr/>
        </p:nvSpPr>
        <p:spPr>
          <a:xfrm>
            <a:off x="-266358" y="2590143"/>
            <a:ext cx="9276313" cy="307777"/>
          </a:xfrm>
          <a:prstGeom prst="rect">
            <a:avLst/>
          </a:prstGeom>
          <a:effectLst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400" b="1" spc="3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First author</a:t>
            </a:r>
            <a:r>
              <a:rPr lang="en-US" altLang="zh-CN" sz="1400" b="1" spc="300" baseline="300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en-US" altLang="zh-CN" sz="1400" b="1" spc="3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, second author</a:t>
            </a:r>
            <a:r>
              <a:rPr lang="en-US" altLang="zh-CN" sz="1400" b="1" spc="300" baseline="300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</a:t>
            </a:r>
            <a:r>
              <a:rPr lang="en-US" altLang="zh-CN" sz="1400" b="1" spc="3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, …, last author</a:t>
            </a:r>
            <a:r>
              <a:rPr lang="en-US" altLang="zh-CN" sz="1400" b="1" spc="300" baseline="300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  <a:endParaRPr lang="en-US" altLang="zh-CN" sz="1400" b="1" spc="300" dirty="0">
              <a:ln w="11430"/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0717C86-5F2C-DFC6-B2F5-C675E6D3B022}"/>
              </a:ext>
            </a:extLst>
          </p:cNvPr>
          <p:cNvSpPr/>
          <p:nvPr/>
        </p:nvSpPr>
        <p:spPr>
          <a:xfrm>
            <a:off x="930852" y="3028854"/>
            <a:ext cx="7845184" cy="738664"/>
          </a:xfrm>
          <a:prstGeom prst="rect">
            <a:avLst/>
          </a:prstGeom>
          <a:effectLst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ctr">
              <a:buAutoNum type="arabicPeriod"/>
              <a:defRPr/>
            </a:pPr>
            <a:r>
              <a:rPr lang="en-US" altLang="zh-CN" sz="1400" b="1" spc="3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Institute name a</a:t>
            </a:r>
          </a:p>
          <a:p>
            <a:pPr marL="342900" indent="-342900" algn="ctr">
              <a:buAutoNum type="arabicPeriod"/>
              <a:defRPr/>
            </a:pPr>
            <a:r>
              <a:rPr lang="en-US" altLang="zh-CN" sz="1400" b="1" spc="3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Institute name b</a:t>
            </a:r>
          </a:p>
          <a:p>
            <a:pPr marL="342900" indent="-342900" algn="ctr">
              <a:buAutoNum type="arabicPeriod"/>
              <a:defRPr/>
            </a:pPr>
            <a:r>
              <a:rPr lang="en-US" altLang="zh-CN" sz="1400" b="1" spc="3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Institute name c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AA56C3-238E-B398-9D63-7E640FD5C8D7}"/>
              </a:ext>
            </a:extLst>
          </p:cNvPr>
          <p:cNvSpPr/>
          <p:nvPr/>
        </p:nvSpPr>
        <p:spPr>
          <a:xfrm>
            <a:off x="1" y="3936345"/>
            <a:ext cx="9276313" cy="307777"/>
          </a:xfrm>
          <a:prstGeom prst="rect">
            <a:avLst/>
          </a:prstGeom>
          <a:effectLst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400" b="1" spc="3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Conference/journal name (</a:t>
            </a:r>
            <a:r>
              <a:rPr lang="en-US" altLang="zh-CN" sz="1400" b="1" spc="300" dirty="0" err="1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abbriviation</a:t>
            </a:r>
            <a:r>
              <a:rPr lang="en-US" altLang="zh-CN" sz="1400" b="1" spc="3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), publish year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3748"/>
    </mc:Choice>
    <mc:Fallback xmlns="">
      <p:transition advTm="3748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/>
          <p:cNvSpPr>
            <a:spLocks noGrp="1"/>
          </p:cNvSpPr>
          <p:nvPr>
            <p:ph type="body" sz="quarter" idx="12"/>
          </p:nvPr>
        </p:nvSpPr>
        <p:spPr>
          <a:xfrm>
            <a:off x="360704" y="654137"/>
            <a:ext cx="6930305" cy="507831"/>
          </a:xfrm>
        </p:spPr>
        <p:txBody>
          <a:bodyPr/>
          <a:lstStyle/>
          <a:p>
            <a:r>
              <a:rPr lang="en-US" altLang="zh-CN" dirty="0">
                <a:solidFill>
                  <a:schemeClr val="tx1"/>
                </a:solidFill>
              </a:rPr>
              <a:t>Outline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8" name="Content Placeholder 2"/>
          <p:cNvSpPr txBox="1"/>
          <p:nvPr/>
        </p:nvSpPr>
        <p:spPr>
          <a:xfrm>
            <a:off x="0" y="1232861"/>
            <a:ext cx="8425543" cy="4962666"/>
          </a:xfrm>
          <a:prstGeom prst="rect">
            <a:avLst/>
          </a:prstGeom>
        </p:spPr>
        <p:txBody>
          <a:bodyPr vert="horz" lIns="54864" tIns="91440" rtlCol="0">
            <a:normAutofit/>
          </a:bodyPr>
          <a:lstStyle>
            <a:lvl1pPr marL="438785" indent="-320040" algn="l" rtl="0" eaLnBrk="1" latinLnBrk="0" hangingPunct="1">
              <a:spcBef>
                <a:spcPts val="0"/>
              </a:spcBef>
              <a:buClr>
                <a:schemeClr val="accent1"/>
              </a:buClr>
              <a:buSzPct val="80000"/>
              <a:buFont typeface="Wingdings 2" panose="05020102010507070707"/>
              <a:buChar char=""/>
              <a:defRPr kumimoji="0"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731520" indent="-274320" algn="l" rtl="0" eaLnBrk="1" latinLnBrk="0" hangingPunct="1">
              <a:spcBef>
                <a:spcPct val="20000"/>
              </a:spcBef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kumimoji="0"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996950" indent="-228600" algn="l" rtl="0" eaLnBrk="1" latinLnBrk="0" hangingPunct="1">
              <a:spcBef>
                <a:spcPct val="20000"/>
              </a:spcBef>
              <a:buClr>
                <a:schemeClr val="accent3"/>
              </a:buClr>
              <a:buSzPct val="100000"/>
              <a:buFont typeface="Wingdings" panose="05000000000000000000" pitchFamily="2" charset="2"/>
              <a:buChar char="§"/>
              <a:defRPr kumimoji="0"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216025" indent="-182880" algn="l" rtl="0" eaLnBrk="1" latinLnBrk="0" hangingPunct="1">
              <a:spcBef>
                <a:spcPct val="20000"/>
              </a:spcBef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  <a:defRPr kumimoji="0"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42621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SzPct val="100000"/>
              <a:buFont typeface="Wingdings" panose="05000000000000000000" pitchFamily="2" charset="2"/>
              <a:buChar char="§"/>
              <a:defRPr kumimoji="0" lang="en-US" sz="2000" kern="1200" smtClean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1627505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100000"/>
              <a:buFont typeface="Wingdings 2" panose="05020102010507070707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Wingdings 2" panose="05020102010507070707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30095" indent="-182880" algn="l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 2" panose="05020102010507070707" pitchFamily="18" charset="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31390" indent="-182880" algn="l" rtl="0" eaLnBrk="1" latinLnBrk="0" hangingPunct="1">
              <a:spcBef>
                <a:spcPct val="20000"/>
              </a:spcBef>
              <a:buClr>
                <a:schemeClr val="accent3"/>
              </a:buClr>
              <a:buFont typeface="Wingdings 2" panose="05020102010507070707" pitchFamily="18" charset="2"/>
              <a:buChar char=""/>
              <a:defRPr kumimoji="0"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spcBef>
                <a:spcPts val="600"/>
              </a:spcBef>
              <a:buClr>
                <a:srgbClr val="F0AD00"/>
              </a:buClr>
              <a:defRPr/>
            </a:pPr>
            <a:r>
              <a:rPr kumimoji="0" lang="en-US" altLang="zh-CN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Background</a:t>
            </a:r>
            <a:r>
              <a:rPr kumimoji="0" lang="zh-CN" altLang="en-US" sz="20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kumimoji="0" lang="en-US" altLang="zh-CN" sz="20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motivation</a:t>
            </a:r>
            <a:r>
              <a:rPr kumimoji="0" lang="zh-CN" altLang="en-US" sz="20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kumimoji="0" lang="en-US" altLang="zh-CN" sz="200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lvl="0"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Related Work</a:t>
            </a:r>
            <a:r>
              <a:rPr lang="zh-CN" altLang="en-US" sz="1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1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main branches; differences compared against prior works; etc.</a:t>
            </a:r>
            <a:r>
              <a:rPr lang="zh-CN" altLang="en-US" sz="18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altLang="zh-CN" sz="18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lvl="0"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Method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main ideas; overview of the proposed method/model; key techniques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altLang="zh-CN" sz="20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lvl="0"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Experiments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(datasets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；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baselines/competitors; improvement compared against STOA; effectiveness of key ideas)</a:t>
            </a:r>
          </a:p>
          <a:p>
            <a:pPr lvl="0"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Conclusion &amp; Future Work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pros/cons; any ideas; </a:t>
            </a:r>
            <a:r>
              <a:rPr lang="en-US" altLang="zh-CN" sz="20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etc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2</a:t>
            </a:fld>
            <a:endParaRPr lang="en-US" dirty="0"/>
          </a:p>
        </p:txBody>
      </p:sp>
    </p:spTree>
  </p:cSld>
  <p:clrMapOvr>
    <a:masterClrMapping/>
  </p:clrMapOvr>
  <p:transition advTm="854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/>
          <p:nvPr/>
        </p:nvSpPr>
        <p:spPr>
          <a:xfrm>
            <a:off x="267933" y="1424310"/>
            <a:ext cx="8464587" cy="5037630"/>
          </a:xfrm>
          <a:prstGeom prst="rect">
            <a:avLst/>
          </a:prstGeom>
        </p:spPr>
        <p:txBody>
          <a:bodyPr vert="horz" lIns="54864" tIns="91440" rtlCol="0">
            <a:noAutofit/>
          </a:bodyPr>
          <a:lstStyle>
            <a:lvl1pPr marL="438785" indent="-320040" algn="l" rtl="0" eaLnBrk="1" latinLnBrk="0" hangingPunct="1">
              <a:spcBef>
                <a:spcPts val="0"/>
              </a:spcBef>
              <a:buClr>
                <a:schemeClr val="accent1"/>
              </a:buClr>
              <a:buSzPct val="80000"/>
              <a:buFont typeface="Wingdings 2" panose="05020102010507070707"/>
              <a:buChar char=""/>
              <a:defRPr kumimoji="0"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731520" indent="-274320" algn="l" rtl="0" eaLnBrk="1" latinLnBrk="0" hangingPunct="1">
              <a:spcBef>
                <a:spcPct val="20000"/>
              </a:spcBef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kumimoji="0"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996950" indent="-228600" algn="l" rtl="0" eaLnBrk="1" latinLnBrk="0" hangingPunct="1">
              <a:spcBef>
                <a:spcPct val="20000"/>
              </a:spcBef>
              <a:buClr>
                <a:schemeClr val="accent3"/>
              </a:buClr>
              <a:buSzPct val="100000"/>
              <a:buFont typeface="Wingdings" panose="05000000000000000000" pitchFamily="2" charset="2"/>
              <a:buChar char="§"/>
              <a:defRPr kumimoji="0"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216025" indent="-182880" algn="l" rtl="0" eaLnBrk="1" latinLnBrk="0" hangingPunct="1">
              <a:spcBef>
                <a:spcPct val="20000"/>
              </a:spcBef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  <a:defRPr kumimoji="0"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42621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SzPct val="100000"/>
              <a:buFont typeface="Wingdings" panose="05000000000000000000" pitchFamily="2" charset="2"/>
              <a:buChar char="§"/>
              <a:defRPr kumimoji="0" lang="en-US" sz="2000" kern="1200" smtClean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1627505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100000"/>
              <a:buFont typeface="Wingdings 2" panose="05020102010507070707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Wingdings 2" panose="05020102010507070707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30095" indent="-182880" algn="l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 2" panose="05020102010507070707" pitchFamily="18" charset="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31390" indent="-182880" algn="l" rtl="0" eaLnBrk="1" latinLnBrk="0" hangingPunct="1">
              <a:spcBef>
                <a:spcPct val="20000"/>
              </a:spcBef>
              <a:buClr>
                <a:schemeClr val="accent3"/>
              </a:buClr>
              <a:buFont typeface="Wingdings 2" panose="05020102010507070707" pitchFamily="18" charset="2"/>
              <a:buChar char=""/>
              <a:defRPr kumimoji="0"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3</a:t>
            </a:fld>
            <a:endParaRPr lang="en-US" dirty="0"/>
          </a:p>
        </p:txBody>
      </p:sp>
      <p:sp>
        <p:nvSpPr>
          <p:cNvPr id="7" name="内容占位符 4">
            <a:extLst>
              <a:ext uri="{FF2B5EF4-FFF2-40B4-BE49-F238E27FC236}">
                <a16:creationId xmlns:a16="http://schemas.microsoft.com/office/drawing/2014/main" id="{678A7C77-9A64-2876-56FE-7131C476596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703" y="613707"/>
            <a:ext cx="2095417" cy="507831"/>
          </a:xfrm>
        </p:spPr>
        <p:txBody>
          <a:bodyPr/>
          <a:lstStyle/>
          <a:p>
            <a:r>
              <a:rPr lang="en-US" altLang="zh-CN" dirty="0"/>
              <a:t>Background</a:t>
            </a:r>
            <a:endParaRPr lang="zh-CN" altLang="en-US" dirty="0"/>
          </a:p>
        </p:txBody>
      </p:sp>
    </p:spTree>
  </p:cSld>
  <p:clrMapOvr>
    <a:masterClrMapping/>
  </p:clrMapOvr>
  <p:transition advTm="1326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/>
          <p:nvPr/>
        </p:nvSpPr>
        <p:spPr>
          <a:xfrm>
            <a:off x="267933" y="1424310"/>
            <a:ext cx="8464587" cy="5037630"/>
          </a:xfrm>
          <a:prstGeom prst="rect">
            <a:avLst/>
          </a:prstGeom>
        </p:spPr>
        <p:txBody>
          <a:bodyPr vert="horz" lIns="54864" tIns="91440" rtlCol="0">
            <a:noAutofit/>
          </a:bodyPr>
          <a:lstStyle>
            <a:lvl1pPr marL="438785" indent="-320040" algn="l" rtl="0" eaLnBrk="1" latinLnBrk="0" hangingPunct="1">
              <a:spcBef>
                <a:spcPts val="0"/>
              </a:spcBef>
              <a:buClr>
                <a:schemeClr val="accent1"/>
              </a:buClr>
              <a:buSzPct val="80000"/>
              <a:buFont typeface="Wingdings 2" panose="05020102010507070707"/>
              <a:buChar char=""/>
              <a:defRPr kumimoji="0"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731520" indent="-274320" algn="l" rtl="0" eaLnBrk="1" latinLnBrk="0" hangingPunct="1">
              <a:spcBef>
                <a:spcPct val="20000"/>
              </a:spcBef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kumimoji="0"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996950" indent="-228600" algn="l" rtl="0" eaLnBrk="1" latinLnBrk="0" hangingPunct="1">
              <a:spcBef>
                <a:spcPct val="20000"/>
              </a:spcBef>
              <a:buClr>
                <a:schemeClr val="accent3"/>
              </a:buClr>
              <a:buSzPct val="100000"/>
              <a:buFont typeface="Wingdings" panose="05000000000000000000" pitchFamily="2" charset="2"/>
              <a:buChar char="§"/>
              <a:defRPr kumimoji="0"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216025" indent="-182880" algn="l" rtl="0" eaLnBrk="1" latinLnBrk="0" hangingPunct="1">
              <a:spcBef>
                <a:spcPct val="20000"/>
              </a:spcBef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  <a:defRPr kumimoji="0"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42621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SzPct val="100000"/>
              <a:buFont typeface="Wingdings" panose="05000000000000000000" pitchFamily="2" charset="2"/>
              <a:buChar char="§"/>
              <a:defRPr kumimoji="0" lang="en-US" sz="2000" kern="1200" smtClean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1627505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100000"/>
              <a:buFont typeface="Wingdings 2" panose="05020102010507070707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Wingdings 2" panose="05020102010507070707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30095" indent="-182880" algn="l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 2" panose="05020102010507070707" pitchFamily="18" charset="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31390" indent="-182880" algn="l" rtl="0" eaLnBrk="1" latinLnBrk="0" hangingPunct="1">
              <a:spcBef>
                <a:spcPct val="20000"/>
              </a:spcBef>
              <a:buClr>
                <a:schemeClr val="accent3"/>
              </a:buClr>
              <a:buFont typeface="Wingdings 2" panose="05020102010507070707" pitchFamily="18" charset="2"/>
              <a:buChar char=""/>
              <a:defRPr kumimoji="0"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4</a:t>
            </a:fld>
            <a:endParaRPr lang="en-US" dirty="0"/>
          </a:p>
        </p:txBody>
      </p:sp>
      <p:sp>
        <p:nvSpPr>
          <p:cNvPr id="7" name="内容占位符 4">
            <a:extLst>
              <a:ext uri="{FF2B5EF4-FFF2-40B4-BE49-F238E27FC236}">
                <a16:creationId xmlns:a16="http://schemas.microsoft.com/office/drawing/2014/main" id="{678A7C77-9A64-2876-56FE-7131C476596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704" y="613707"/>
            <a:ext cx="4509008" cy="507831"/>
          </a:xfrm>
        </p:spPr>
        <p:txBody>
          <a:bodyPr/>
          <a:lstStyle/>
          <a:p>
            <a:r>
              <a:rPr lang="en-US" altLang="zh-CN" dirty="0"/>
              <a:t>Background</a:t>
            </a:r>
            <a:r>
              <a:rPr lang="zh-CN" altLang="en-US" dirty="0"/>
              <a:t> （</a:t>
            </a:r>
            <a:r>
              <a:rPr lang="en-US" altLang="zh-CN" dirty="0"/>
              <a:t>cont.</a:t>
            </a:r>
            <a:r>
              <a:rPr lang="zh-CN" altLang="en-US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344275265"/>
      </p:ext>
    </p:extLst>
  </p:cSld>
  <p:clrMapOvr>
    <a:masterClrMapping/>
  </p:clrMapOvr>
  <p:transition advTm="1326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/>
          <p:nvPr/>
        </p:nvSpPr>
        <p:spPr>
          <a:xfrm>
            <a:off x="267933" y="1424310"/>
            <a:ext cx="8464587" cy="5037630"/>
          </a:xfrm>
          <a:prstGeom prst="rect">
            <a:avLst/>
          </a:prstGeom>
        </p:spPr>
        <p:txBody>
          <a:bodyPr vert="horz" lIns="54864" tIns="91440" rtlCol="0">
            <a:noAutofit/>
          </a:bodyPr>
          <a:lstStyle>
            <a:lvl1pPr marL="438785" indent="-320040" algn="l" rtl="0" eaLnBrk="1" latinLnBrk="0" hangingPunct="1">
              <a:spcBef>
                <a:spcPts val="0"/>
              </a:spcBef>
              <a:buClr>
                <a:schemeClr val="accent1"/>
              </a:buClr>
              <a:buSzPct val="80000"/>
              <a:buFont typeface="Wingdings 2" panose="05020102010507070707"/>
              <a:buChar char=""/>
              <a:defRPr kumimoji="0"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731520" indent="-274320" algn="l" rtl="0" eaLnBrk="1" latinLnBrk="0" hangingPunct="1">
              <a:spcBef>
                <a:spcPct val="20000"/>
              </a:spcBef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kumimoji="0"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996950" indent="-228600" algn="l" rtl="0" eaLnBrk="1" latinLnBrk="0" hangingPunct="1">
              <a:spcBef>
                <a:spcPct val="20000"/>
              </a:spcBef>
              <a:buClr>
                <a:schemeClr val="accent3"/>
              </a:buClr>
              <a:buSzPct val="100000"/>
              <a:buFont typeface="Wingdings" panose="05000000000000000000" pitchFamily="2" charset="2"/>
              <a:buChar char="§"/>
              <a:defRPr kumimoji="0"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216025" indent="-182880" algn="l" rtl="0" eaLnBrk="1" latinLnBrk="0" hangingPunct="1">
              <a:spcBef>
                <a:spcPct val="20000"/>
              </a:spcBef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  <a:defRPr kumimoji="0"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42621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SzPct val="100000"/>
              <a:buFont typeface="Wingdings" panose="05000000000000000000" pitchFamily="2" charset="2"/>
              <a:buChar char="§"/>
              <a:defRPr kumimoji="0" lang="en-US" sz="2000" kern="1200" smtClean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1627505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100000"/>
              <a:buFont typeface="Wingdings 2" panose="05020102010507070707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Wingdings 2" panose="05020102010507070707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30095" indent="-182880" algn="l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 2" panose="05020102010507070707" pitchFamily="18" charset="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31390" indent="-182880" algn="l" rtl="0" eaLnBrk="1" latinLnBrk="0" hangingPunct="1">
              <a:spcBef>
                <a:spcPct val="20000"/>
              </a:spcBef>
              <a:buClr>
                <a:schemeClr val="accent3"/>
              </a:buClr>
              <a:buFont typeface="Wingdings 2" panose="05020102010507070707" pitchFamily="18" charset="2"/>
              <a:buChar char=""/>
              <a:defRPr kumimoji="0"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5</a:t>
            </a:fld>
            <a:endParaRPr lang="en-US" dirty="0"/>
          </a:p>
        </p:txBody>
      </p:sp>
      <p:sp>
        <p:nvSpPr>
          <p:cNvPr id="7" name="内容占位符 4">
            <a:extLst>
              <a:ext uri="{FF2B5EF4-FFF2-40B4-BE49-F238E27FC236}">
                <a16:creationId xmlns:a16="http://schemas.microsoft.com/office/drawing/2014/main" id="{678A7C77-9A64-2876-56FE-7131C476596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703" y="613707"/>
            <a:ext cx="2669575" cy="507831"/>
          </a:xfrm>
        </p:spPr>
        <p:txBody>
          <a:bodyPr/>
          <a:lstStyle/>
          <a:p>
            <a:r>
              <a:rPr lang="en-US" altLang="zh-CN" dirty="0"/>
              <a:t>Related Work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4636904"/>
      </p:ext>
    </p:extLst>
  </p:cSld>
  <p:clrMapOvr>
    <a:masterClrMapping/>
  </p:clrMapOvr>
  <p:transition advTm="1326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/>
          <p:nvPr/>
        </p:nvSpPr>
        <p:spPr>
          <a:xfrm>
            <a:off x="267933" y="1424310"/>
            <a:ext cx="8464587" cy="5037630"/>
          </a:xfrm>
          <a:prstGeom prst="rect">
            <a:avLst/>
          </a:prstGeom>
        </p:spPr>
        <p:txBody>
          <a:bodyPr vert="horz" lIns="54864" tIns="91440" rtlCol="0">
            <a:noAutofit/>
          </a:bodyPr>
          <a:lstStyle>
            <a:lvl1pPr marL="438785" indent="-320040" algn="l" rtl="0" eaLnBrk="1" latinLnBrk="0" hangingPunct="1">
              <a:spcBef>
                <a:spcPts val="0"/>
              </a:spcBef>
              <a:buClr>
                <a:schemeClr val="accent1"/>
              </a:buClr>
              <a:buSzPct val="80000"/>
              <a:buFont typeface="Wingdings 2" panose="05020102010507070707"/>
              <a:buChar char=""/>
              <a:defRPr kumimoji="0"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731520" indent="-274320" algn="l" rtl="0" eaLnBrk="1" latinLnBrk="0" hangingPunct="1">
              <a:spcBef>
                <a:spcPct val="20000"/>
              </a:spcBef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kumimoji="0"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996950" indent="-228600" algn="l" rtl="0" eaLnBrk="1" latinLnBrk="0" hangingPunct="1">
              <a:spcBef>
                <a:spcPct val="20000"/>
              </a:spcBef>
              <a:buClr>
                <a:schemeClr val="accent3"/>
              </a:buClr>
              <a:buSzPct val="100000"/>
              <a:buFont typeface="Wingdings" panose="05000000000000000000" pitchFamily="2" charset="2"/>
              <a:buChar char="§"/>
              <a:defRPr kumimoji="0"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216025" indent="-182880" algn="l" rtl="0" eaLnBrk="1" latinLnBrk="0" hangingPunct="1">
              <a:spcBef>
                <a:spcPct val="20000"/>
              </a:spcBef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  <a:defRPr kumimoji="0"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42621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SzPct val="100000"/>
              <a:buFont typeface="Wingdings" panose="05000000000000000000" pitchFamily="2" charset="2"/>
              <a:buChar char="§"/>
              <a:defRPr kumimoji="0" lang="en-US" sz="2000" kern="1200" smtClean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1627505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100000"/>
              <a:buFont typeface="Wingdings 2" panose="05020102010507070707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Wingdings 2" panose="05020102010507070707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30095" indent="-182880" algn="l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 2" panose="05020102010507070707" pitchFamily="18" charset="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31390" indent="-182880" algn="l" rtl="0" eaLnBrk="1" latinLnBrk="0" hangingPunct="1">
              <a:spcBef>
                <a:spcPct val="20000"/>
              </a:spcBef>
              <a:buClr>
                <a:schemeClr val="accent3"/>
              </a:buClr>
              <a:buFont typeface="Wingdings 2" panose="05020102010507070707" pitchFamily="18" charset="2"/>
              <a:buChar char=""/>
              <a:defRPr kumimoji="0"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6</a:t>
            </a:fld>
            <a:endParaRPr lang="en-US" dirty="0"/>
          </a:p>
        </p:txBody>
      </p:sp>
      <p:sp>
        <p:nvSpPr>
          <p:cNvPr id="7" name="内容占位符 4">
            <a:extLst>
              <a:ext uri="{FF2B5EF4-FFF2-40B4-BE49-F238E27FC236}">
                <a16:creationId xmlns:a16="http://schemas.microsoft.com/office/drawing/2014/main" id="{678A7C77-9A64-2876-56FE-7131C476596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703" y="613707"/>
            <a:ext cx="3477649" cy="507831"/>
          </a:xfrm>
        </p:spPr>
        <p:txBody>
          <a:bodyPr/>
          <a:lstStyle/>
          <a:p>
            <a:r>
              <a:rPr lang="en-US" altLang="zh-CN" dirty="0"/>
              <a:t>Related Work</a:t>
            </a:r>
            <a:r>
              <a:rPr lang="zh-CN" altLang="en-US" dirty="0"/>
              <a:t> </a:t>
            </a:r>
            <a:r>
              <a:rPr lang="en-US" altLang="zh-CN" dirty="0"/>
              <a:t>(cont.)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72465918"/>
      </p:ext>
    </p:extLst>
  </p:cSld>
  <p:clrMapOvr>
    <a:masterClrMapping/>
  </p:clrMapOvr>
  <p:transition advTm="1326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/>
          <p:nvPr/>
        </p:nvSpPr>
        <p:spPr>
          <a:xfrm>
            <a:off x="267933" y="1424310"/>
            <a:ext cx="8464587" cy="5037630"/>
          </a:xfrm>
          <a:prstGeom prst="rect">
            <a:avLst/>
          </a:prstGeom>
        </p:spPr>
        <p:txBody>
          <a:bodyPr vert="horz" lIns="54864" tIns="91440" rtlCol="0">
            <a:noAutofit/>
          </a:bodyPr>
          <a:lstStyle>
            <a:lvl1pPr marL="438785" indent="-320040" algn="l" rtl="0" eaLnBrk="1" latinLnBrk="0" hangingPunct="1">
              <a:spcBef>
                <a:spcPts val="0"/>
              </a:spcBef>
              <a:buClr>
                <a:schemeClr val="accent1"/>
              </a:buClr>
              <a:buSzPct val="80000"/>
              <a:buFont typeface="Wingdings 2" panose="05020102010507070707"/>
              <a:buChar char=""/>
              <a:defRPr kumimoji="0"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731520" indent="-274320" algn="l" rtl="0" eaLnBrk="1" latinLnBrk="0" hangingPunct="1">
              <a:spcBef>
                <a:spcPct val="20000"/>
              </a:spcBef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kumimoji="0"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996950" indent="-228600" algn="l" rtl="0" eaLnBrk="1" latinLnBrk="0" hangingPunct="1">
              <a:spcBef>
                <a:spcPct val="20000"/>
              </a:spcBef>
              <a:buClr>
                <a:schemeClr val="accent3"/>
              </a:buClr>
              <a:buSzPct val="100000"/>
              <a:buFont typeface="Wingdings" panose="05000000000000000000" pitchFamily="2" charset="2"/>
              <a:buChar char="§"/>
              <a:defRPr kumimoji="0"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216025" indent="-182880" algn="l" rtl="0" eaLnBrk="1" latinLnBrk="0" hangingPunct="1">
              <a:spcBef>
                <a:spcPct val="20000"/>
              </a:spcBef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  <a:defRPr kumimoji="0"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42621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SzPct val="100000"/>
              <a:buFont typeface="Wingdings" panose="05000000000000000000" pitchFamily="2" charset="2"/>
              <a:buChar char="§"/>
              <a:defRPr kumimoji="0" lang="en-US" sz="2000" kern="1200" smtClean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1627505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100000"/>
              <a:buFont typeface="Wingdings 2" panose="05020102010507070707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Wingdings 2" panose="05020102010507070707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30095" indent="-182880" algn="l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 2" panose="05020102010507070707" pitchFamily="18" charset="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31390" indent="-182880" algn="l" rtl="0" eaLnBrk="1" latinLnBrk="0" hangingPunct="1">
              <a:spcBef>
                <a:spcPct val="20000"/>
              </a:spcBef>
              <a:buClr>
                <a:schemeClr val="accent3"/>
              </a:buClr>
              <a:buFont typeface="Wingdings 2" panose="05020102010507070707" pitchFamily="18" charset="2"/>
              <a:buChar char=""/>
              <a:defRPr kumimoji="0"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7</a:t>
            </a:fld>
            <a:endParaRPr lang="en-US" dirty="0"/>
          </a:p>
        </p:txBody>
      </p:sp>
      <p:sp>
        <p:nvSpPr>
          <p:cNvPr id="7" name="内容占位符 4">
            <a:extLst>
              <a:ext uri="{FF2B5EF4-FFF2-40B4-BE49-F238E27FC236}">
                <a16:creationId xmlns:a16="http://schemas.microsoft.com/office/drawing/2014/main" id="{678A7C77-9A64-2876-56FE-7131C476596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704" y="613707"/>
            <a:ext cx="1525246" cy="507831"/>
          </a:xfrm>
        </p:spPr>
        <p:txBody>
          <a:bodyPr/>
          <a:lstStyle/>
          <a:p>
            <a:r>
              <a:rPr lang="en-US" altLang="zh-CN" dirty="0"/>
              <a:t>Method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66312903"/>
      </p:ext>
    </p:extLst>
  </p:cSld>
  <p:clrMapOvr>
    <a:masterClrMapping/>
  </p:clrMapOvr>
  <p:transition advTm="1326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/>
          <p:nvPr/>
        </p:nvSpPr>
        <p:spPr>
          <a:xfrm>
            <a:off x="267933" y="1424310"/>
            <a:ext cx="8464587" cy="5037630"/>
          </a:xfrm>
          <a:prstGeom prst="rect">
            <a:avLst/>
          </a:prstGeom>
        </p:spPr>
        <p:txBody>
          <a:bodyPr vert="horz" lIns="54864" tIns="91440" rtlCol="0">
            <a:noAutofit/>
          </a:bodyPr>
          <a:lstStyle>
            <a:lvl1pPr marL="438785" indent="-320040" algn="l" rtl="0" eaLnBrk="1" latinLnBrk="0" hangingPunct="1">
              <a:spcBef>
                <a:spcPts val="0"/>
              </a:spcBef>
              <a:buClr>
                <a:schemeClr val="accent1"/>
              </a:buClr>
              <a:buSzPct val="80000"/>
              <a:buFont typeface="Wingdings 2" panose="05020102010507070707"/>
              <a:buChar char=""/>
              <a:defRPr kumimoji="0"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731520" indent="-274320" algn="l" rtl="0" eaLnBrk="1" latinLnBrk="0" hangingPunct="1">
              <a:spcBef>
                <a:spcPct val="20000"/>
              </a:spcBef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kumimoji="0"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996950" indent="-228600" algn="l" rtl="0" eaLnBrk="1" latinLnBrk="0" hangingPunct="1">
              <a:spcBef>
                <a:spcPct val="20000"/>
              </a:spcBef>
              <a:buClr>
                <a:schemeClr val="accent3"/>
              </a:buClr>
              <a:buSzPct val="100000"/>
              <a:buFont typeface="Wingdings" panose="05000000000000000000" pitchFamily="2" charset="2"/>
              <a:buChar char="§"/>
              <a:defRPr kumimoji="0"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216025" indent="-182880" algn="l" rtl="0" eaLnBrk="1" latinLnBrk="0" hangingPunct="1">
              <a:spcBef>
                <a:spcPct val="20000"/>
              </a:spcBef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  <a:defRPr kumimoji="0"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42621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SzPct val="100000"/>
              <a:buFont typeface="Wingdings" panose="05000000000000000000" pitchFamily="2" charset="2"/>
              <a:buChar char="§"/>
              <a:defRPr kumimoji="0" lang="en-US" sz="2000" kern="1200" smtClean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1627505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100000"/>
              <a:buFont typeface="Wingdings 2" panose="05020102010507070707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Wingdings 2" panose="05020102010507070707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30095" indent="-182880" algn="l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 2" panose="05020102010507070707" pitchFamily="18" charset="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31390" indent="-182880" algn="l" rtl="0" eaLnBrk="1" latinLnBrk="0" hangingPunct="1">
              <a:spcBef>
                <a:spcPct val="20000"/>
              </a:spcBef>
              <a:buClr>
                <a:schemeClr val="accent3"/>
              </a:buClr>
              <a:buFont typeface="Wingdings 2" panose="05020102010507070707" pitchFamily="18" charset="2"/>
              <a:buChar char=""/>
              <a:defRPr kumimoji="0"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8</a:t>
            </a:fld>
            <a:endParaRPr lang="en-US" dirty="0"/>
          </a:p>
        </p:txBody>
      </p:sp>
      <p:sp>
        <p:nvSpPr>
          <p:cNvPr id="7" name="内容占位符 4">
            <a:extLst>
              <a:ext uri="{FF2B5EF4-FFF2-40B4-BE49-F238E27FC236}">
                <a16:creationId xmlns:a16="http://schemas.microsoft.com/office/drawing/2014/main" id="{678A7C77-9A64-2876-56FE-7131C476596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703" y="613707"/>
            <a:ext cx="2935390" cy="507831"/>
          </a:xfrm>
        </p:spPr>
        <p:txBody>
          <a:bodyPr/>
          <a:lstStyle/>
          <a:p>
            <a:r>
              <a:rPr lang="en-US" altLang="zh-CN" dirty="0"/>
              <a:t>Method</a:t>
            </a:r>
            <a:r>
              <a:rPr lang="zh-CN" altLang="en-US" dirty="0"/>
              <a:t>（</a:t>
            </a:r>
            <a:r>
              <a:rPr lang="en-US" altLang="zh-CN" dirty="0"/>
              <a:t>cont.</a:t>
            </a:r>
            <a:r>
              <a:rPr lang="zh-CN" altLang="en-US" dirty="0"/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1833805443"/>
      </p:ext>
    </p:extLst>
  </p:cSld>
  <p:clrMapOvr>
    <a:masterClrMapping/>
  </p:clrMapOvr>
  <p:transition advTm="1326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/>
          <p:nvPr/>
        </p:nvSpPr>
        <p:spPr>
          <a:xfrm>
            <a:off x="267933" y="1424310"/>
            <a:ext cx="8464587" cy="5037630"/>
          </a:xfrm>
          <a:prstGeom prst="rect">
            <a:avLst/>
          </a:prstGeom>
        </p:spPr>
        <p:txBody>
          <a:bodyPr vert="horz" lIns="54864" tIns="91440" rtlCol="0">
            <a:noAutofit/>
          </a:bodyPr>
          <a:lstStyle>
            <a:lvl1pPr marL="438785" indent="-320040" algn="l" rtl="0" eaLnBrk="1" latinLnBrk="0" hangingPunct="1">
              <a:spcBef>
                <a:spcPts val="0"/>
              </a:spcBef>
              <a:buClr>
                <a:schemeClr val="accent1"/>
              </a:buClr>
              <a:buSzPct val="80000"/>
              <a:buFont typeface="Wingdings 2" panose="05020102010507070707"/>
              <a:buChar char=""/>
              <a:defRPr kumimoji="0"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731520" indent="-274320" algn="l" rtl="0" eaLnBrk="1" latinLnBrk="0" hangingPunct="1">
              <a:spcBef>
                <a:spcPct val="20000"/>
              </a:spcBef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kumimoji="0"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996950" indent="-228600" algn="l" rtl="0" eaLnBrk="1" latinLnBrk="0" hangingPunct="1">
              <a:spcBef>
                <a:spcPct val="20000"/>
              </a:spcBef>
              <a:buClr>
                <a:schemeClr val="accent3"/>
              </a:buClr>
              <a:buSzPct val="100000"/>
              <a:buFont typeface="Wingdings" panose="05000000000000000000" pitchFamily="2" charset="2"/>
              <a:buChar char="§"/>
              <a:defRPr kumimoji="0"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216025" indent="-182880" algn="l" rtl="0" eaLnBrk="1" latinLnBrk="0" hangingPunct="1">
              <a:spcBef>
                <a:spcPct val="20000"/>
              </a:spcBef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  <a:defRPr kumimoji="0"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42621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SzPct val="100000"/>
              <a:buFont typeface="Wingdings" panose="05000000000000000000" pitchFamily="2" charset="2"/>
              <a:buChar char="§"/>
              <a:defRPr kumimoji="0" lang="en-US" sz="2000" kern="1200" smtClean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1627505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100000"/>
              <a:buFont typeface="Wingdings 2" panose="05020102010507070707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Wingdings 2" panose="05020102010507070707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30095" indent="-182880" algn="l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 2" panose="05020102010507070707" pitchFamily="18" charset="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31390" indent="-182880" algn="l" rtl="0" eaLnBrk="1" latinLnBrk="0" hangingPunct="1">
              <a:spcBef>
                <a:spcPct val="20000"/>
              </a:spcBef>
              <a:buClr>
                <a:schemeClr val="accent3"/>
              </a:buClr>
              <a:buFont typeface="Wingdings 2" panose="05020102010507070707" pitchFamily="18" charset="2"/>
              <a:buChar char=""/>
              <a:defRPr kumimoji="0"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9</a:t>
            </a:fld>
            <a:endParaRPr lang="en-US" dirty="0"/>
          </a:p>
        </p:txBody>
      </p:sp>
      <p:sp>
        <p:nvSpPr>
          <p:cNvPr id="7" name="内容占位符 4">
            <a:extLst>
              <a:ext uri="{FF2B5EF4-FFF2-40B4-BE49-F238E27FC236}">
                <a16:creationId xmlns:a16="http://schemas.microsoft.com/office/drawing/2014/main" id="{678A7C77-9A64-2876-56FE-7131C476596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704" y="613707"/>
            <a:ext cx="2754636" cy="507831"/>
          </a:xfrm>
        </p:spPr>
        <p:txBody>
          <a:bodyPr/>
          <a:lstStyle/>
          <a:p>
            <a:r>
              <a:rPr lang="en-US" altLang="zh-CN" dirty="0"/>
              <a:t>Experiments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71548536"/>
      </p:ext>
    </p:extLst>
  </p:cSld>
  <p:clrMapOvr>
    <a:masterClrMapping/>
  </p:clrMapOvr>
  <p:transition advTm="1326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/>
          <p:nvPr/>
        </p:nvSpPr>
        <p:spPr>
          <a:xfrm>
            <a:off x="267933" y="1424310"/>
            <a:ext cx="8464587" cy="5037630"/>
          </a:xfrm>
          <a:prstGeom prst="rect">
            <a:avLst/>
          </a:prstGeom>
        </p:spPr>
        <p:txBody>
          <a:bodyPr vert="horz" lIns="54864" tIns="91440" rtlCol="0">
            <a:noAutofit/>
          </a:bodyPr>
          <a:lstStyle>
            <a:lvl1pPr marL="438785" indent="-320040" algn="l" rtl="0" eaLnBrk="1" latinLnBrk="0" hangingPunct="1">
              <a:spcBef>
                <a:spcPts val="0"/>
              </a:spcBef>
              <a:buClr>
                <a:schemeClr val="accent1"/>
              </a:buClr>
              <a:buSzPct val="80000"/>
              <a:buFont typeface="Wingdings 2" panose="05020102010507070707"/>
              <a:buChar char=""/>
              <a:defRPr kumimoji="0"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731520" indent="-274320" algn="l" rtl="0" eaLnBrk="1" latinLnBrk="0" hangingPunct="1">
              <a:spcBef>
                <a:spcPct val="20000"/>
              </a:spcBef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kumimoji="0"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996950" indent="-228600" algn="l" rtl="0" eaLnBrk="1" latinLnBrk="0" hangingPunct="1">
              <a:spcBef>
                <a:spcPct val="20000"/>
              </a:spcBef>
              <a:buClr>
                <a:schemeClr val="accent3"/>
              </a:buClr>
              <a:buSzPct val="100000"/>
              <a:buFont typeface="Wingdings" panose="05000000000000000000" pitchFamily="2" charset="2"/>
              <a:buChar char="§"/>
              <a:defRPr kumimoji="0"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216025" indent="-182880" algn="l" rtl="0" eaLnBrk="1" latinLnBrk="0" hangingPunct="1">
              <a:spcBef>
                <a:spcPct val="20000"/>
              </a:spcBef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  <a:defRPr kumimoji="0"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42621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SzPct val="100000"/>
              <a:buFont typeface="Wingdings" panose="05000000000000000000" pitchFamily="2" charset="2"/>
              <a:buChar char="§"/>
              <a:defRPr kumimoji="0" lang="en-US" sz="2000" kern="1200" smtClean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1627505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100000"/>
              <a:buFont typeface="Wingdings 2" panose="05020102010507070707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Wingdings 2" panose="05020102010507070707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30095" indent="-182880" algn="l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 2" panose="05020102010507070707" pitchFamily="18" charset="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31390" indent="-182880" algn="l" rtl="0" eaLnBrk="1" latinLnBrk="0" hangingPunct="1">
              <a:spcBef>
                <a:spcPct val="20000"/>
              </a:spcBef>
              <a:buClr>
                <a:schemeClr val="accent3"/>
              </a:buClr>
              <a:buFont typeface="Wingdings 2" panose="05020102010507070707" pitchFamily="18" charset="2"/>
              <a:buChar char=""/>
              <a:defRPr kumimoji="0"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10</a:t>
            </a:fld>
            <a:endParaRPr lang="en-US" dirty="0"/>
          </a:p>
        </p:txBody>
      </p:sp>
      <p:sp>
        <p:nvSpPr>
          <p:cNvPr id="7" name="内容占位符 4">
            <a:extLst>
              <a:ext uri="{FF2B5EF4-FFF2-40B4-BE49-F238E27FC236}">
                <a16:creationId xmlns:a16="http://schemas.microsoft.com/office/drawing/2014/main" id="{678A7C77-9A64-2876-56FE-7131C476596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703" y="613707"/>
            <a:ext cx="3116144" cy="507831"/>
          </a:xfrm>
        </p:spPr>
        <p:txBody>
          <a:bodyPr/>
          <a:lstStyle/>
          <a:p>
            <a:r>
              <a:rPr lang="en-US" altLang="zh-CN" dirty="0"/>
              <a:t>Experiments</a:t>
            </a:r>
            <a:r>
              <a:rPr lang="zh-CN" altLang="en-US" dirty="0"/>
              <a:t> </a:t>
            </a:r>
            <a:r>
              <a:rPr lang="en-US" altLang="zh-CN" dirty="0"/>
              <a:t>(cont.)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74509072"/>
      </p:ext>
    </p:extLst>
  </p:cSld>
  <p:clrMapOvr>
    <a:masterClrMapping/>
  </p:clrMapOvr>
  <p:transition advTm="1326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/>
          <p:nvPr/>
        </p:nvSpPr>
        <p:spPr>
          <a:xfrm>
            <a:off x="267933" y="1424310"/>
            <a:ext cx="8464587" cy="5037630"/>
          </a:xfrm>
          <a:prstGeom prst="rect">
            <a:avLst/>
          </a:prstGeom>
        </p:spPr>
        <p:txBody>
          <a:bodyPr vert="horz" lIns="54864" tIns="91440" rtlCol="0">
            <a:noAutofit/>
          </a:bodyPr>
          <a:lstStyle>
            <a:lvl1pPr marL="438785" indent="-320040" algn="l" rtl="0" eaLnBrk="1" latinLnBrk="0" hangingPunct="1">
              <a:spcBef>
                <a:spcPts val="0"/>
              </a:spcBef>
              <a:buClr>
                <a:schemeClr val="accent1"/>
              </a:buClr>
              <a:buSzPct val="80000"/>
              <a:buFont typeface="Wingdings 2" panose="05020102010507070707"/>
              <a:buChar char=""/>
              <a:defRPr kumimoji="0" sz="32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731520" indent="-274320" algn="l" rtl="0" eaLnBrk="1" latinLnBrk="0" hangingPunct="1">
              <a:spcBef>
                <a:spcPct val="20000"/>
              </a:spcBef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kumimoji="0" sz="28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996950" indent="-228600" algn="l" rtl="0" eaLnBrk="1" latinLnBrk="0" hangingPunct="1">
              <a:spcBef>
                <a:spcPct val="20000"/>
              </a:spcBef>
              <a:buClr>
                <a:schemeClr val="accent3"/>
              </a:buClr>
              <a:buSzPct val="100000"/>
              <a:buFont typeface="Wingdings" panose="05000000000000000000" pitchFamily="2" charset="2"/>
              <a:buChar char="§"/>
              <a:defRPr kumimoji="0" sz="24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1216025" indent="-182880" algn="l" rtl="0" eaLnBrk="1" latinLnBrk="0" hangingPunct="1">
              <a:spcBef>
                <a:spcPct val="20000"/>
              </a:spcBef>
              <a:buClr>
                <a:schemeClr val="accent4"/>
              </a:buClr>
              <a:buSzPct val="100000"/>
              <a:buFont typeface="Wingdings" panose="05000000000000000000" pitchFamily="2" charset="2"/>
              <a:buChar char="§"/>
              <a:defRPr kumimoji="0"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426210" indent="-182880" algn="l" rtl="0" eaLnBrk="1" latinLnBrk="0" hangingPunct="1">
              <a:spcBef>
                <a:spcPct val="20000"/>
              </a:spcBef>
              <a:buClr>
                <a:schemeClr val="accent5"/>
              </a:buClr>
              <a:buSzPct val="100000"/>
              <a:buFont typeface="Wingdings" panose="05000000000000000000" pitchFamily="2" charset="2"/>
              <a:buChar char="§"/>
              <a:defRPr kumimoji="0" lang="en-US" sz="2000" kern="1200" smtClean="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1627505" indent="-182880" algn="l" rtl="0" eaLnBrk="1" latinLnBrk="0" hangingPunct="1">
              <a:spcBef>
                <a:spcPct val="20000"/>
              </a:spcBef>
              <a:buClr>
                <a:schemeClr val="accent6"/>
              </a:buClr>
              <a:buSzPct val="100000"/>
              <a:buFont typeface="Wingdings 2" panose="05020102010507070707"/>
              <a:buChar char="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Wingdings 2" panose="05020102010507070707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30095" indent="-182880" algn="l" rtl="0" eaLnBrk="1" latinLnBrk="0" hangingPunct="1">
              <a:spcBef>
                <a:spcPct val="20000"/>
              </a:spcBef>
              <a:buClr>
                <a:schemeClr val="accent2"/>
              </a:buClr>
              <a:buFont typeface="Wingdings 2" panose="05020102010507070707" pitchFamily="18" charset="2"/>
              <a:buChar char="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231390" indent="-182880" algn="l" rtl="0" eaLnBrk="1" latinLnBrk="0" hangingPunct="1">
              <a:spcBef>
                <a:spcPct val="20000"/>
              </a:spcBef>
              <a:buClr>
                <a:schemeClr val="accent3"/>
              </a:buClr>
              <a:buFont typeface="Wingdings 2" panose="05020102010507070707" pitchFamily="18" charset="2"/>
              <a:buChar char=""/>
              <a:defRPr kumimoji="0"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  <a:p>
            <a:pPr lvl="0"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b="1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just">
              <a:lnSpc>
                <a:spcPct val="125000"/>
              </a:lnSpc>
              <a:spcBef>
                <a:spcPts val="600"/>
              </a:spcBef>
              <a:buClr>
                <a:srgbClr val="F0AD00"/>
              </a:buClr>
              <a:defRPr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</a:rPr>
              <a:t>xxx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11</a:t>
            </a:fld>
            <a:endParaRPr lang="en-US" dirty="0"/>
          </a:p>
        </p:txBody>
      </p:sp>
      <p:sp>
        <p:nvSpPr>
          <p:cNvPr id="7" name="内容占位符 4">
            <a:extLst>
              <a:ext uri="{FF2B5EF4-FFF2-40B4-BE49-F238E27FC236}">
                <a16:creationId xmlns:a16="http://schemas.microsoft.com/office/drawing/2014/main" id="{678A7C77-9A64-2876-56FE-7131C476596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60703" y="613707"/>
            <a:ext cx="4360153" cy="507831"/>
          </a:xfrm>
        </p:spPr>
        <p:txBody>
          <a:bodyPr/>
          <a:lstStyle/>
          <a:p>
            <a:r>
              <a:rPr lang="en-US" altLang="zh-CN" dirty="0"/>
              <a:t>Conclusion &amp; Future Work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38506380"/>
      </p:ext>
    </p:extLst>
  </p:cSld>
  <p:clrMapOvr>
    <a:masterClrMapping/>
  </p:clrMapOvr>
  <p:transition advTm="1326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/>
          <p:cNvPicPr>
            <a:picLocks noChangeAspect="1"/>
          </p:cNvPicPr>
          <p:nvPr/>
        </p:nvPicPr>
        <p:blipFill>
          <a:blip r:embed="rId3">
            <a:alphaModFix amt="4000"/>
          </a:blip>
          <a:stretch>
            <a:fillRect/>
          </a:stretch>
        </p:blipFill>
        <p:spPr>
          <a:xfrm>
            <a:off x="4876471" y="0"/>
            <a:ext cx="6853910" cy="6853910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875444"/>
            <a:ext cx="9144000" cy="3260912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1" y="1847463"/>
            <a:ext cx="9144000" cy="3270852"/>
          </a:xfrm>
          <a:prstGeom prst="rect">
            <a:avLst/>
          </a:prstGeom>
          <a:solidFill>
            <a:srgbClr val="0064B8">
              <a:alpha val="7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1284516" y="185907"/>
            <a:ext cx="6901543" cy="652295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en-US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-74645" y="2057106"/>
            <a:ext cx="9143999" cy="1754326"/>
          </a:xfrm>
          <a:prstGeom prst="rect">
            <a:avLst/>
          </a:prstGeom>
          <a:effectLst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en-US" altLang="zh-CN" sz="5400" b="1" spc="300" dirty="0">
              <a:ln w="11430"/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defRPr/>
            </a:pPr>
            <a:r>
              <a:rPr lang="en-US" altLang="zh-CN" sz="5400" b="1" spc="3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Thanks</a:t>
            </a:r>
            <a:r>
              <a:rPr lang="zh-CN" altLang="en-US" sz="5400" b="1" spc="300" dirty="0">
                <a:ln w="11430"/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！</a:t>
            </a:r>
            <a:endParaRPr lang="en-US" altLang="zh-CN" sz="5400" b="1" spc="300" dirty="0">
              <a:ln w="11430"/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2636742" y="3614547"/>
            <a:ext cx="5297315" cy="46644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>
                <a:solidFill>
                  <a:schemeClr val="lt1"/>
                </a:solidFill>
              </a:defRPr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16" name="Freeform 25"/>
          <p:cNvSpPr>
            <a:spLocks noEditPoints="1"/>
          </p:cNvSpPr>
          <p:nvPr/>
        </p:nvSpPr>
        <p:spPr bwMode="auto">
          <a:xfrm>
            <a:off x="5896219" y="3757987"/>
            <a:ext cx="130969" cy="119856"/>
          </a:xfrm>
          <a:custGeom>
            <a:avLst/>
            <a:gdLst>
              <a:gd name="T0" fmla="*/ 35 w 70"/>
              <a:gd name="T1" fmla="*/ 0 h 64"/>
              <a:gd name="T2" fmla="*/ 12 w 70"/>
              <a:gd name="T3" fmla="*/ 10 h 64"/>
              <a:gd name="T4" fmla="*/ 12 w 70"/>
              <a:gd name="T5" fmla="*/ 55 h 64"/>
              <a:gd name="T6" fmla="*/ 35 w 70"/>
              <a:gd name="T7" fmla="*/ 64 h 64"/>
              <a:gd name="T8" fmla="*/ 57 w 70"/>
              <a:gd name="T9" fmla="*/ 55 h 64"/>
              <a:gd name="T10" fmla="*/ 57 w 70"/>
              <a:gd name="T11" fmla="*/ 10 h 64"/>
              <a:gd name="T12" fmla="*/ 35 w 70"/>
              <a:gd name="T13" fmla="*/ 0 h 64"/>
              <a:gd name="T14" fmla="*/ 54 w 70"/>
              <a:gd name="T15" fmla="*/ 52 h 64"/>
              <a:gd name="T16" fmla="*/ 35 w 70"/>
              <a:gd name="T17" fmla="*/ 60 h 64"/>
              <a:gd name="T18" fmla="*/ 15 w 70"/>
              <a:gd name="T19" fmla="*/ 52 h 64"/>
              <a:gd name="T20" fmla="*/ 7 w 70"/>
              <a:gd name="T21" fmla="*/ 32 h 64"/>
              <a:gd name="T22" fmla="*/ 15 w 70"/>
              <a:gd name="T23" fmla="*/ 13 h 64"/>
              <a:gd name="T24" fmla="*/ 35 w 70"/>
              <a:gd name="T25" fmla="*/ 5 h 64"/>
              <a:gd name="T26" fmla="*/ 54 w 70"/>
              <a:gd name="T27" fmla="*/ 13 h 64"/>
              <a:gd name="T28" fmla="*/ 62 w 70"/>
              <a:gd name="T29" fmla="*/ 32 h 64"/>
              <a:gd name="T30" fmla="*/ 54 w 70"/>
              <a:gd name="T31" fmla="*/ 52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70" h="64">
                <a:moveTo>
                  <a:pt x="35" y="0"/>
                </a:moveTo>
                <a:cubicBezTo>
                  <a:pt x="26" y="0"/>
                  <a:pt x="18" y="4"/>
                  <a:pt x="12" y="10"/>
                </a:cubicBezTo>
                <a:cubicBezTo>
                  <a:pt x="0" y="22"/>
                  <a:pt x="0" y="42"/>
                  <a:pt x="12" y="55"/>
                </a:cubicBezTo>
                <a:cubicBezTo>
                  <a:pt x="18" y="61"/>
                  <a:pt x="26" y="64"/>
                  <a:pt x="35" y="64"/>
                </a:cubicBezTo>
                <a:cubicBezTo>
                  <a:pt x="43" y="64"/>
                  <a:pt x="51" y="61"/>
                  <a:pt x="57" y="55"/>
                </a:cubicBezTo>
                <a:cubicBezTo>
                  <a:pt x="70" y="42"/>
                  <a:pt x="70" y="22"/>
                  <a:pt x="57" y="10"/>
                </a:cubicBezTo>
                <a:cubicBezTo>
                  <a:pt x="51" y="4"/>
                  <a:pt x="43" y="0"/>
                  <a:pt x="35" y="0"/>
                </a:cubicBezTo>
                <a:close/>
                <a:moveTo>
                  <a:pt x="54" y="52"/>
                </a:moveTo>
                <a:cubicBezTo>
                  <a:pt x="49" y="57"/>
                  <a:pt x="42" y="60"/>
                  <a:pt x="35" y="60"/>
                </a:cubicBezTo>
                <a:cubicBezTo>
                  <a:pt x="27" y="60"/>
                  <a:pt x="21" y="57"/>
                  <a:pt x="15" y="52"/>
                </a:cubicBezTo>
                <a:cubicBezTo>
                  <a:pt x="10" y="46"/>
                  <a:pt x="7" y="40"/>
                  <a:pt x="7" y="32"/>
                </a:cubicBezTo>
                <a:cubicBezTo>
                  <a:pt x="7" y="25"/>
                  <a:pt x="10" y="18"/>
                  <a:pt x="15" y="13"/>
                </a:cubicBezTo>
                <a:cubicBezTo>
                  <a:pt x="21" y="8"/>
                  <a:pt x="27" y="5"/>
                  <a:pt x="35" y="5"/>
                </a:cubicBezTo>
                <a:cubicBezTo>
                  <a:pt x="42" y="5"/>
                  <a:pt x="49" y="8"/>
                  <a:pt x="54" y="13"/>
                </a:cubicBezTo>
                <a:cubicBezTo>
                  <a:pt x="59" y="18"/>
                  <a:pt x="62" y="25"/>
                  <a:pt x="62" y="32"/>
                </a:cubicBezTo>
                <a:cubicBezTo>
                  <a:pt x="62" y="40"/>
                  <a:pt x="59" y="46"/>
                  <a:pt x="54" y="52"/>
                </a:cubicBezTo>
                <a:close/>
              </a:path>
            </a:pathLst>
          </a:custGeom>
          <a:solidFill>
            <a:srgbClr val="505A6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15680"/>
    </mc:Choice>
    <mc:Fallback xmlns="">
      <p:transition advTm="15680"/>
    </mc:Fallback>
  </mc:AlternateContent>
</p:sld>
</file>

<file path=ppt/theme/theme1.xml><?xml version="1.0" encoding="utf-8"?>
<a:theme xmlns:a="http://schemas.openxmlformats.org/drawingml/2006/main" name="模板页面">
  <a:themeElements>
    <a:clrScheme name="自定义 95">
      <a:dk1>
        <a:srgbClr val="000000"/>
      </a:dk1>
      <a:lt1>
        <a:srgbClr val="FFFFFF"/>
      </a:lt1>
      <a:dk2>
        <a:srgbClr val="000000"/>
      </a:dk2>
      <a:lt2>
        <a:srgbClr val="FFFDFD"/>
      </a:lt2>
      <a:accent1>
        <a:srgbClr val="F0CEA3"/>
      </a:accent1>
      <a:accent2>
        <a:srgbClr val="C1D9DF"/>
      </a:accent2>
      <a:accent3>
        <a:srgbClr val="D870BB"/>
      </a:accent3>
      <a:accent4>
        <a:srgbClr val="61C09E"/>
      </a:accent4>
      <a:accent5>
        <a:srgbClr val="EFD836"/>
      </a:accent5>
      <a:accent6>
        <a:srgbClr val="73D2E8"/>
      </a:accent6>
      <a:hlink>
        <a:srgbClr val="0563C1"/>
      </a:hlink>
      <a:folHlink>
        <a:srgbClr val="954F72"/>
      </a:folHlink>
    </a:clrScheme>
    <a:fontScheme name="自定义 49">
      <a:majorFont>
        <a:latin typeface="Century Gothic"/>
        <a:ea typeface="微软雅黑"/>
        <a:cs typeface=""/>
      </a:majorFont>
      <a:minorFont>
        <a:latin typeface="Century Gothic"/>
        <a:ea typeface="微软雅黑"/>
        <a:cs typeface="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lnSpc>
            <a:spcPct val="130000"/>
          </a:lnSpc>
          <a:defRPr sz="1200" dirty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>
          <a:lnSpc>
            <a:spcPct val="130000"/>
          </a:lnSpc>
          <a:spcBef>
            <a:spcPts val="600"/>
          </a:spcBef>
          <a:defRPr sz="1200" kern="0" dirty="0">
            <a:latin typeface="微软雅黑" panose="020B0503020204020204" pitchFamily="34" charset="-122"/>
            <a:ea typeface="微软雅黑" panose="020B0503020204020204" pitchFamily="34" charset="-122"/>
            <a:cs typeface="+mn-ea"/>
            <a:sym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模板页面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3380</TotalTime>
  <Words>178</Words>
  <Application>Microsoft Office PowerPoint</Application>
  <PresentationFormat>全屏显示(4:3)</PresentationFormat>
  <Paragraphs>73</Paragraphs>
  <Slides>12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12</vt:i4>
      </vt:variant>
    </vt:vector>
  </HeadingPairs>
  <TitlesOfParts>
    <vt:vector size="21" baseType="lpstr">
      <vt:lpstr>宋体</vt:lpstr>
      <vt:lpstr>微软雅黑</vt:lpstr>
      <vt:lpstr>Arial</vt:lpstr>
      <vt:lpstr>Calibri</vt:lpstr>
      <vt:lpstr>Calibri Light</vt:lpstr>
      <vt:lpstr>Times New Roman</vt:lpstr>
      <vt:lpstr>模板页面</vt:lpstr>
      <vt:lpstr>Custom Design</vt:lpstr>
      <vt:lpstr>1_模板页面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OfficePLUS</dc:creator>
  <cp:lastModifiedBy>志杰 王</cp:lastModifiedBy>
  <cp:revision>1842</cp:revision>
  <dcterms:created xsi:type="dcterms:W3CDTF">2015-08-18T02:51:00Z</dcterms:created>
  <dcterms:modified xsi:type="dcterms:W3CDTF">2026-03-01T15:46:51Z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42aa342-8706-4288-bd11-ebb85995028c_Enabled">
    <vt:lpwstr>True</vt:lpwstr>
  </property>
  <property fmtid="{D5CDD505-2E9C-101B-9397-08002B2CF9AE}" pid="3" name="MSIP_Label_f42aa342-8706-4288-bd11-ebb85995028c_SiteId">
    <vt:lpwstr>72f988bf-86f1-41af-91ab-2d7cd011db47</vt:lpwstr>
  </property>
  <property fmtid="{D5CDD505-2E9C-101B-9397-08002B2CF9AE}" pid="4" name="MSIP_Label_f42aa342-8706-4288-bd11-ebb85995028c_Owner">
    <vt:lpwstr>v-yunxl@microsoft.com</vt:lpwstr>
  </property>
  <property fmtid="{D5CDD505-2E9C-101B-9397-08002B2CF9AE}" pid="5" name="MSIP_Label_f42aa342-8706-4288-bd11-ebb85995028c_SetDate">
    <vt:lpwstr>2017-12-21T08:37:51.7033375Z</vt:lpwstr>
  </property>
  <property fmtid="{D5CDD505-2E9C-101B-9397-08002B2CF9AE}" pid="6" name="MSIP_Label_f42aa342-8706-4288-bd11-ebb85995028c_Name">
    <vt:lpwstr>General</vt:lpwstr>
  </property>
  <property fmtid="{D5CDD505-2E9C-101B-9397-08002B2CF9AE}" pid="7" name="MSIP_Label_f42aa342-8706-4288-bd11-ebb85995028c_Application">
    <vt:lpwstr>Microsoft Azure Information Protection</vt:lpwstr>
  </property>
  <property fmtid="{D5CDD505-2E9C-101B-9397-08002B2CF9AE}" pid="8" name="MSIP_Label_f42aa342-8706-4288-bd11-ebb85995028c_Extended_MSFT_Method">
    <vt:lpwstr>Automatic</vt:lpwstr>
  </property>
  <property fmtid="{D5CDD505-2E9C-101B-9397-08002B2CF9AE}" pid="9" name="Sensitivity">
    <vt:lpwstr>General</vt:lpwstr>
  </property>
  <property fmtid="{D5CDD505-2E9C-101B-9397-08002B2CF9AE}" pid="10" name="KSOProductBuildVer">
    <vt:lpwstr>2052-11.1.0.9208</vt:lpwstr>
  </property>
</Properties>
</file>